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Slides/notesSlide2.xml" ContentType="application/vnd.openxmlformats-officedocument.presentationml.notes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notesSlide3.xml" ContentType="application/vnd.openxmlformats-officedocument.presentationml.notesSlide+xml"/>
  <Override PartName="/ppt/slides/slide8.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handoutMasterIdLst>
    <p:handoutMasterId r:id="rId3"/>
  </p:handoutMasterIdLst>
  <p:sldIdLst>
    <p:sldId id="257" r:id="rId4"/>
    <p:sldId id="258" r:id="rId5"/>
    <p:sldId id="259" r:id="rId6"/>
    <p:sldId id="260" r:id="rId7"/>
    <p:sldId id="261" r:id="rId8"/>
    <p:sldId id="262" r:id="rId9"/>
    <p:sldId id="263" r:id="rId10"/>
    <p:sldId id="264" r:id="rId11"/>
  </p:sldIdLst>
  <p:sldSz type="screen16x9" cy="5143500" cx="9144000"/>
  <p:notesSz cx="6797675" cy="9926638"/>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33CCFF"/>
    <a:srgbClr val="A9ACEF"/>
    <a:srgbClr val="0000CC"/>
    <a:srgbClr val="A50021"/>
    <a:srgbClr val="663300"/>
    <a:srgbClr val="00006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rgbClr val="00000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8130" autoAdjust="0"/>
    <p:restoredTop sz="87621" autoAdjust="0"/>
  </p:normalViewPr>
  <p:slideViewPr>
    <p:cSldViewPr>
      <p:cViewPr varScale="1">
        <p:scale>
          <a:sx n="95" d="100"/>
          <a:sy n="95" d="100"/>
        </p:scale>
        <p:origin x="974" y="72"/>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tableStyles" Target="tableStyle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49" name=""/>
        <p:cNvGrpSpPr/>
        <p:nvPr/>
      </p:nvGrpSpPr>
      <p:grpSpPr>
        <a:xfrm>
          <a:off x="0" y="0"/>
          <a:ext cx="0" cy="0"/>
          <a:chOff x="0" y="0"/>
          <a:chExt cx="0" cy="0"/>
        </a:xfrm>
      </p:grpSpPr>
      <p:sp>
        <p:nvSpPr>
          <p:cNvPr id="1048707" name="Header Placeholder 1"/>
          <p:cNvSpPr>
            <a:spLocks noGrp="1"/>
          </p:cNvSpPr>
          <p:nvPr>
            <p:ph type="hdr" sz="quarter"/>
          </p:nvPr>
        </p:nvSpPr>
        <p:spPr>
          <a:xfrm>
            <a:off x="0" y="0"/>
            <a:ext cx="2946400" cy="495300"/>
          </a:xfrm>
          <a:prstGeom prst="rect"/>
        </p:spPr>
        <p:txBody>
          <a:bodyPr bIns="47786" lIns="95571" rIns="95571" rtlCol="0" tIns="47786" vert="horz"/>
          <a:lstStyle>
            <a:lvl1pPr algn="l" eaLnBrk="1" fontAlgn="auto" hangingPunct="1">
              <a:spcBef>
                <a:spcPts val="0"/>
              </a:spcBef>
              <a:spcAft>
                <a:spcPts val="0"/>
              </a:spcAft>
              <a:defRPr sz="1300">
                <a:latin typeface="+mn-lt"/>
                <a:cs typeface="+mn-cs"/>
              </a:defRPr>
            </a:lvl1pPr>
          </a:lstStyle>
          <a:p>
            <a:endParaRPr lang="en-US"/>
          </a:p>
        </p:txBody>
      </p:sp>
      <p:sp>
        <p:nvSpPr>
          <p:cNvPr id="1048708" name="Date Placeholder 2"/>
          <p:cNvSpPr>
            <a:spLocks noGrp="1"/>
          </p:cNvSpPr>
          <p:nvPr>
            <p:ph type="dt" sz="quarter" idx="1"/>
          </p:nvPr>
        </p:nvSpPr>
        <p:spPr>
          <a:xfrm>
            <a:off x="3849688" y="0"/>
            <a:ext cx="2946400" cy="495300"/>
          </a:xfrm>
          <a:prstGeom prst="rect"/>
        </p:spPr>
        <p:txBody>
          <a:bodyPr bIns="47786" lIns="95571" rIns="95571" rtlCol="0" tIns="47786" vert="horz"/>
          <a:lstStyle>
            <a:lvl1pPr algn="r" eaLnBrk="1" fontAlgn="auto" hangingPunct="1">
              <a:spcBef>
                <a:spcPts val="0"/>
              </a:spcBef>
              <a:spcAft>
                <a:spcPts val="0"/>
              </a:spcAft>
              <a:defRPr sz="1300">
                <a:latin typeface="+mn-lt"/>
                <a:cs typeface="+mn-cs"/>
              </a:defRPr>
            </a:lvl1pPr>
          </a:lstStyle>
          <a:p>
            <a:fld id="{14FDCBBC-8C6D-4B91-8E0F-7F7539A60517}" type="datetimeFigureOut">
              <a:rPr lang="en-US"/>
              <a:t>8/28/2025</a:t>
            </a:fld>
            <a:endParaRPr dirty="0" lang="en-US"/>
          </a:p>
        </p:txBody>
      </p:sp>
      <p:sp>
        <p:nvSpPr>
          <p:cNvPr id="1048709" name="Footer Placeholder 3"/>
          <p:cNvSpPr>
            <a:spLocks noGrp="1"/>
          </p:cNvSpPr>
          <p:nvPr>
            <p:ph type="ftr" sz="quarter" idx="2"/>
          </p:nvPr>
        </p:nvSpPr>
        <p:spPr>
          <a:xfrm>
            <a:off x="0" y="9429750"/>
            <a:ext cx="2946400" cy="495300"/>
          </a:xfrm>
          <a:prstGeom prst="rect"/>
        </p:spPr>
        <p:txBody>
          <a:bodyPr anchor="b" bIns="47786" lIns="95571" rIns="95571" rtlCol="0" tIns="47786" vert="horz"/>
          <a:lstStyle>
            <a:lvl1pPr algn="l" eaLnBrk="1" fontAlgn="auto" hangingPunct="1">
              <a:spcBef>
                <a:spcPts val="0"/>
              </a:spcBef>
              <a:spcAft>
                <a:spcPts val="0"/>
              </a:spcAft>
              <a:defRPr sz="1300">
                <a:latin typeface="+mn-lt"/>
                <a:cs typeface="+mn-cs"/>
              </a:defRPr>
            </a:lvl1pPr>
          </a:lstStyle>
          <a:p>
            <a:endParaRPr lang="en-US"/>
          </a:p>
        </p:txBody>
      </p:sp>
      <p:sp>
        <p:nvSpPr>
          <p:cNvPr id="1048710" name="Slide Number Placeholder 4"/>
          <p:cNvSpPr>
            <a:spLocks noGrp="1"/>
          </p:cNvSpPr>
          <p:nvPr>
            <p:ph type="sldNum" sz="quarter" idx="3"/>
          </p:nvPr>
        </p:nvSpPr>
        <p:spPr>
          <a:xfrm>
            <a:off x="3849688" y="9429750"/>
            <a:ext cx="2946400" cy="495300"/>
          </a:xfrm>
          <a:prstGeom prst="rect"/>
        </p:spPr>
        <p:txBody>
          <a:bodyPr anchor="b" anchorCtr="0" bIns="47786" compatLnSpc="1" lIns="95571" numCol="1" rIns="95571" tIns="47786" vert="horz" wrap="square">
            <a:prstTxWarp prst="textNoShape"/>
          </a:bodyPr>
          <a:lstStyle>
            <a:lvl1pPr algn="r" eaLnBrk="1" hangingPunct="1">
              <a:defRPr sz="1300" smtClean="0">
                <a:latin typeface="Calibri" pitchFamily="34" charset="0"/>
              </a:defRPr>
            </a:lvl1pPr>
          </a:lstStyle>
          <a:p>
            <a:fld id="{2952E2ED-3A02-491C-A9B8-DFEE216EB3A7}" type="slidenum">
              <a:rPr altLang="en-US" lang="en-US"/>
              <a:t>‹#›</a:t>
            </a:fld>
            <a:endParaRPr altLang="en-US" lang="en-US"/>
          </a:p>
        </p:txBody>
      </p:sp>
    </p:spTree>
  </p:cSld>
  <p:clrMap accent1="accent1" accent2="accent2" accent3="accent3" accent4="accent4" accent5="accent5" accent6="accent6" bg1="lt1" bg2="lt2" tx1="dk1" tx2="dk2" hlink="hlink" folHlink="folHlink"/>
  <p:hf dt="0" ftr="0" hdr="0" sldNum="1"/>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48" name=""/>
        <p:cNvGrpSpPr/>
        <p:nvPr/>
      </p:nvGrpSpPr>
      <p:grpSpPr>
        <a:xfrm>
          <a:off x="0" y="0"/>
          <a:ext cx="0" cy="0"/>
          <a:chOff x="0" y="0"/>
          <a:chExt cx="0" cy="0"/>
        </a:xfrm>
      </p:grpSpPr>
      <p:sp>
        <p:nvSpPr>
          <p:cNvPr id="1048701" name="Header Placeholder 1"/>
          <p:cNvSpPr>
            <a:spLocks noGrp="1"/>
          </p:cNvSpPr>
          <p:nvPr>
            <p:ph type="hdr" sz="quarter"/>
          </p:nvPr>
        </p:nvSpPr>
        <p:spPr>
          <a:xfrm>
            <a:off x="0" y="0"/>
            <a:ext cx="2946400" cy="495300"/>
          </a:xfrm>
          <a:prstGeom prst="rect"/>
        </p:spPr>
        <p:txBody>
          <a:bodyPr bIns="47786" lIns="95571" rIns="95571" rtlCol="0" tIns="47786" vert="horz"/>
          <a:lstStyle>
            <a:lvl1pPr algn="l" eaLnBrk="1" fontAlgn="auto" hangingPunct="1">
              <a:spcBef>
                <a:spcPts val="0"/>
              </a:spcBef>
              <a:spcAft>
                <a:spcPts val="0"/>
              </a:spcAft>
              <a:defRPr sz="1300">
                <a:latin typeface="+mn-lt"/>
                <a:cs typeface="+mn-cs"/>
              </a:defRPr>
            </a:lvl1pPr>
          </a:lstStyle>
          <a:p>
            <a:endParaRPr lang="en-US"/>
          </a:p>
        </p:txBody>
      </p:sp>
      <p:sp>
        <p:nvSpPr>
          <p:cNvPr id="1048702" name="Date Placeholder 2"/>
          <p:cNvSpPr>
            <a:spLocks noGrp="1"/>
          </p:cNvSpPr>
          <p:nvPr>
            <p:ph type="dt" idx="1"/>
          </p:nvPr>
        </p:nvSpPr>
        <p:spPr>
          <a:xfrm>
            <a:off x="3849688" y="0"/>
            <a:ext cx="2946400" cy="495300"/>
          </a:xfrm>
          <a:prstGeom prst="rect"/>
        </p:spPr>
        <p:txBody>
          <a:bodyPr bIns="47786" lIns="95571" rIns="95571" rtlCol="0" tIns="47786" vert="horz"/>
          <a:lstStyle>
            <a:lvl1pPr algn="r" eaLnBrk="1" fontAlgn="auto" hangingPunct="1">
              <a:spcBef>
                <a:spcPts val="0"/>
              </a:spcBef>
              <a:spcAft>
                <a:spcPts val="0"/>
              </a:spcAft>
              <a:defRPr sz="1300">
                <a:latin typeface="+mn-lt"/>
                <a:cs typeface="+mn-cs"/>
              </a:defRPr>
            </a:lvl1pPr>
          </a:lstStyle>
          <a:p>
            <a:fld id="{061F6FC2-9645-479A-A309-27B8F5654211}" type="datetimeFigureOut">
              <a:rPr lang="en-US"/>
              <a:t>8/28/2025</a:t>
            </a:fld>
            <a:endParaRPr dirty="0" lang="en-US"/>
          </a:p>
        </p:txBody>
      </p:sp>
      <p:sp>
        <p:nvSpPr>
          <p:cNvPr id="1048703" name="Slide Image Placeholder 3"/>
          <p:cNvSpPr>
            <a:spLocks noChangeAspect="1" noRot="1" noGrp="1"/>
          </p:cNvSpPr>
          <p:nvPr>
            <p:ph type="sldImg" idx="2"/>
          </p:nvPr>
        </p:nvSpPr>
        <p:spPr>
          <a:xfrm>
            <a:off x="92075" y="746125"/>
            <a:ext cx="6613525" cy="3721100"/>
          </a:xfrm>
          <a:prstGeom prst="rect"/>
          <a:noFill/>
          <a:ln w="12700">
            <a:solidFill>
              <a:prstClr val="black"/>
            </a:solidFill>
          </a:ln>
        </p:spPr>
        <p:txBody>
          <a:bodyPr anchor="ctr" bIns="47786" lIns="95571" rIns="95571" rtlCol="0" tIns="47786" vert="horz"/>
          <a:p>
            <a:pPr lvl="0"/>
            <a:endParaRPr dirty="0" lang="en-US" noProof="0"/>
          </a:p>
        </p:txBody>
      </p:sp>
      <p:sp>
        <p:nvSpPr>
          <p:cNvPr id="1048704" name="Notes Placeholder 4"/>
          <p:cNvSpPr>
            <a:spLocks noGrp="1"/>
          </p:cNvSpPr>
          <p:nvPr>
            <p:ph type="body" sz="quarter" idx="3"/>
          </p:nvPr>
        </p:nvSpPr>
        <p:spPr>
          <a:xfrm>
            <a:off x="679450" y="4714875"/>
            <a:ext cx="5438775" cy="4465638"/>
          </a:xfrm>
          <a:prstGeom prst="rect"/>
        </p:spPr>
        <p:txBody>
          <a:bodyPr bIns="47786" lIns="95571" rIns="95571" rtlCol="0" tIns="47786" vert="horz">
            <a:normAutofit/>
          </a:bodyPr>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48705" name="Footer Placeholder 5"/>
          <p:cNvSpPr>
            <a:spLocks noGrp="1"/>
          </p:cNvSpPr>
          <p:nvPr>
            <p:ph type="ftr" sz="quarter" idx="4"/>
          </p:nvPr>
        </p:nvSpPr>
        <p:spPr>
          <a:xfrm>
            <a:off x="0" y="9429750"/>
            <a:ext cx="2946400" cy="495300"/>
          </a:xfrm>
          <a:prstGeom prst="rect"/>
        </p:spPr>
        <p:txBody>
          <a:bodyPr anchor="b" bIns="47786" lIns="95571" rIns="95571" rtlCol="0" tIns="47786" vert="horz"/>
          <a:lstStyle>
            <a:lvl1pPr algn="l" eaLnBrk="1" fontAlgn="auto" hangingPunct="1">
              <a:spcBef>
                <a:spcPts val="0"/>
              </a:spcBef>
              <a:spcAft>
                <a:spcPts val="0"/>
              </a:spcAft>
              <a:defRPr sz="1300">
                <a:latin typeface="+mn-lt"/>
                <a:cs typeface="+mn-cs"/>
              </a:defRPr>
            </a:lvl1pPr>
          </a:lstStyle>
          <a:p>
            <a:endParaRPr lang="en-US"/>
          </a:p>
        </p:txBody>
      </p:sp>
      <p:sp>
        <p:nvSpPr>
          <p:cNvPr id="1048706" name="Slide Number Placeholder 6"/>
          <p:cNvSpPr>
            <a:spLocks noGrp="1"/>
          </p:cNvSpPr>
          <p:nvPr>
            <p:ph type="sldNum" sz="quarter" idx="5"/>
          </p:nvPr>
        </p:nvSpPr>
        <p:spPr>
          <a:xfrm>
            <a:off x="3849688" y="9429750"/>
            <a:ext cx="2946400" cy="495300"/>
          </a:xfrm>
          <a:prstGeom prst="rect"/>
        </p:spPr>
        <p:txBody>
          <a:bodyPr anchor="b" anchorCtr="0" bIns="47786" compatLnSpc="1" lIns="95571" numCol="1" rIns="95571" tIns="47786" vert="horz" wrap="square">
            <a:prstTxWarp prst="textNoShape"/>
          </a:bodyPr>
          <a:lstStyle>
            <a:lvl1pPr algn="r" eaLnBrk="1" hangingPunct="1">
              <a:defRPr sz="1300" smtClean="0">
                <a:latin typeface="Calibri" pitchFamily="34" charset="0"/>
              </a:defRPr>
            </a:lvl1pPr>
          </a:lstStyle>
          <a:p>
            <a:fld id="{F2D8CC3F-ADB2-4AF7-880C-111F7E6C7FE6}" type="slidenum">
              <a:rPr altLang="en-US" lang="en-US"/>
              <a:t>‹#›</a:t>
            </a:fld>
            <a:endParaRPr altLang="en-US" lang="en-US"/>
          </a:p>
        </p:txBody>
      </p:sp>
    </p:spTree>
  </p:cSld>
  <p:clrMap accent1="accent1" accent2="accent2" accent3="accent3" accent4="accent4" accent5="accent5" accent6="accent6" bg1="lt1" bg2="lt2" tx1="dk1" tx2="dk2" hlink="hlink" folHlink="folHlink"/>
  <p:hf dt="0" ftr="0" hdr="0" sldNum="1"/>
  <p:notesStyle>
    <a:lvl1pPr algn="l" eaLnBrk="0" fontAlgn="base" hangingPunct="0" rtl="0">
      <a:spcBef>
        <a:spcPct val="30000"/>
      </a:spcBef>
      <a:spcAft>
        <a:spcPct val="0"/>
      </a:spcAft>
      <a:defRPr sz="1200" kern="1200">
        <a:solidFill>
          <a:schemeClr val="tx1"/>
        </a:solidFill>
        <a:latin typeface="+mn-lt"/>
        <a:ea typeface="+mn-ea"/>
        <a:cs typeface="+mn-cs"/>
      </a:defRPr>
    </a:lvl1pPr>
    <a:lvl2pPr algn="l" eaLnBrk="0" fontAlgn="base" hangingPunct="0" marL="457200" rtl="0">
      <a:spcBef>
        <a:spcPct val="30000"/>
      </a:spcBef>
      <a:spcAft>
        <a:spcPct val="0"/>
      </a:spcAft>
      <a:defRPr sz="1200" kern="1200">
        <a:solidFill>
          <a:schemeClr val="tx1"/>
        </a:solidFill>
        <a:latin typeface="+mn-lt"/>
        <a:ea typeface="+mn-ea"/>
        <a:cs typeface="+mn-cs"/>
      </a:defRPr>
    </a:lvl2pPr>
    <a:lvl3pPr algn="l" eaLnBrk="0" fontAlgn="base" hangingPunct="0" marL="914400" rtl="0">
      <a:spcBef>
        <a:spcPct val="30000"/>
      </a:spcBef>
      <a:spcAft>
        <a:spcPct val="0"/>
      </a:spcAft>
      <a:defRPr sz="1200" kern="1200">
        <a:solidFill>
          <a:schemeClr val="tx1"/>
        </a:solidFill>
        <a:latin typeface="+mn-lt"/>
        <a:ea typeface="+mn-ea"/>
        <a:cs typeface="+mn-cs"/>
      </a:defRPr>
    </a:lvl3pPr>
    <a:lvl4pPr algn="l" eaLnBrk="0" fontAlgn="base" hangingPunct="0" marL="1371600" rtl="0">
      <a:spcBef>
        <a:spcPct val="30000"/>
      </a:spcBef>
      <a:spcAft>
        <a:spcPct val="0"/>
      </a:spcAft>
      <a:defRPr sz="1200" kern="1200">
        <a:solidFill>
          <a:schemeClr val="tx1"/>
        </a:solidFill>
        <a:latin typeface="+mn-lt"/>
        <a:ea typeface="+mn-ea"/>
        <a:cs typeface="+mn-cs"/>
      </a:defRPr>
    </a:lvl4pPr>
    <a:lvl5pPr algn="l" eaLnBrk="0" fontAlgn="base" hangingPunct="0" marL="1828800" rtl="0">
      <a:spcBef>
        <a:spcPct val="30000"/>
      </a:spcBef>
      <a:spcAft>
        <a:spcPct val="0"/>
      </a:spcAft>
      <a:defRPr sz="1200" kern="1200">
        <a:solidFill>
          <a:schemeClr val="tx1"/>
        </a:solidFill>
        <a:latin typeface="+mn-lt"/>
        <a:ea typeface="+mn-ea"/>
        <a:cs typeface="+mn-cs"/>
      </a:defRPr>
    </a:lvl5pPr>
    <a:lvl6pPr algn="l" marL="2286000" rtl="0">
      <a:defRPr sz="1200" kern="1200">
        <a:solidFill>
          <a:schemeClr val="tx1"/>
        </a:solidFill>
        <a:latin typeface="+mn-lt"/>
        <a:ea typeface="+mn-ea"/>
        <a:cs typeface="+mn-cs"/>
      </a:defRPr>
    </a:lvl6pPr>
    <a:lvl7pPr algn="l" marL="2743200" rtl="0">
      <a:defRPr sz="1200" kern="1200">
        <a:solidFill>
          <a:schemeClr val="tx1"/>
        </a:solidFill>
        <a:latin typeface="+mn-lt"/>
        <a:ea typeface="+mn-ea"/>
        <a:cs typeface="+mn-cs"/>
      </a:defRPr>
    </a:lvl7pPr>
    <a:lvl8pPr algn="l" marL="3200400" rtl="0">
      <a:defRPr sz="1200" kern="1200">
        <a:solidFill>
          <a:schemeClr val="tx1"/>
        </a:solidFill>
        <a:latin typeface="+mn-lt"/>
        <a:ea typeface="+mn-ea"/>
        <a:cs typeface="+mn-cs"/>
      </a:defRPr>
    </a:lvl8pPr>
    <a:lvl9pPr algn="l"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594" name="Slide Image Placeholder 1"/>
          <p:cNvSpPr>
            <a:spLocks noChangeAspect="1" noRot="1" noGrp="1"/>
          </p:cNvSpPr>
          <p:nvPr>
            <p:ph type="sldImg"/>
          </p:nvPr>
        </p:nvSpPr>
        <p:spPr/>
      </p:sp>
      <p:sp>
        <p:nvSpPr>
          <p:cNvPr id="1048595" name="Notes Placeholder 2"/>
          <p:cNvSpPr>
            <a:spLocks noGrp="1"/>
          </p:cNvSpPr>
          <p:nvPr>
            <p:ph type="body" idx="1"/>
          </p:nvPr>
        </p:nvSpPr>
        <p:spPr/>
        <p:txBody>
          <a:bodyPr/>
          <a:p>
            <a:endParaRPr dirty="0" lang="en-IN"/>
          </a:p>
        </p:txBody>
      </p:sp>
      <p:sp>
        <p:nvSpPr>
          <p:cNvPr id="1048596" name="Slide Number Placeholder 3"/>
          <p:cNvSpPr>
            <a:spLocks noGrp="1"/>
          </p:cNvSpPr>
          <p:nvPr>
            <p:ph type="sldNum" sz="quarter" idx="5"/>
          </p:nvPr>
        </p:nvSpPr>
        <p:spPr/>
        <p:txBody>
          <a:bodyPr/>
          <a:p>
            <a:fld id="{F2D8CC3F-ADB2-4AF7-880C-111F7E6C7FE6}" type="slidenum">
              <a:rPr altLang="en-US" lang="en-US" smtClean="0"/>
              <a:t>1</a:t>
            </a:fld>
            <a:endParaRPr altLang="en-US"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615" name="Slide Image Placeholder 1"/>
          <p:cNvSpPr>
            <a:spLocks noChangeAspect="1" noRot="1" noGrp="1"/>
          </p:cNvSpPr>
          <p:nvPr>
            <p:ph type="sldImg"/>
          </p:nvPr>
        </p:nvSpPr>
        <p:spPr/>
      </p:sp>
      <p:sp>
        <p:nvSpPr>
          <p:cNvPr id="1048616" name="Notes Placeholder 2"/>
          <p:cNvSpPr>
            <a:spLocks noGrp="1"/>
          </p:cNvSpPr>
          <p:nvPr>
            <p:ph type="body" idx="1"/>
          </p:nvPr>
        </p:nvSpPr>
        <p:spPr/>
        <p:txBody>
          <a:bodyPr/>
          <a:p>
            <a:endParaRPr dirty="0" lang="en-IN"/>
          </a:p>
        </p:txBody>
      </p:sp>
      <p:sp>
        <p:nvSpPr>
          <p:cNvPr id="1048617" name="Slide Number Placeholder 3"/>
          <p:cNvSpPr>
            <a:spLocks noGrp="1"/>
          </p:cNvSpPr>
          <p:nvPr>
            <p:ph type="sldNum" sz="quarter" idx="5"/>
          </p:nvPr>
        </p:nvSpPr>
        <p:spPr/>
        <p:txBody>
          <a:bodyPr/>
          <a:p>
            <a:fld id="{F2D8CC3F-ADB2-4AF7-880C-111F7E6C7FE6}" type="slidenum">
              <a:rPr altLang="en-US" lang="en-US" smtClean="0"/>
              <a:t>4</a:t>
            </a:fld>
            <a:endParaRPr altLang="en-US"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38" name="Slide Image Placeholder 1"/>
          <p:cNvSpPr>
            <a:spLocks noChangeAspect="1" noRot="1" noGrp="1"/>
          </p:cNvSpPr>
          <p:nvPr>
            <p:ph type="sldImg"/>
          </p:nvPr>
        </p:nvSpPr>
        <p:spPr/>
      </p:sp>
      <p:sp>
        <p:nvSpPr>
          <p:cNvPr id="1048639" name="Notes Placeholder 2"/>
          <p:cNvSpPr>
            <a:spLocks noGrp="1"/>
          </p:cNvSpPr>
          <p:nvPr>
            <p:ph type="body" idx="1"/>
          </p:nvPr>
        </p:nvSpPr>
        <p:spPr/>
        <p:txBody>
          <a:bodyPr/>
          <a:p>
            <a:endParaRPr dirty="0" lang="en-IN"/>
          </a:p>
        </p:txBody>
      </p:sp>
      <p:sp>
        <p:nvSpPr>
          <p:cNvPr id="1048640" name="Slide Number Placeholder 3"/>
          <p:cNvSpPr>
            <a:spLocks noGrp="1"/>
          </p:cNvSpPr>
          <p:nvPr>
            <p:ph type="sldNum" sz="quarter" idx="5"/>
          </p:nvPr>
        </p:nvSpPr>
        <p:spPr/>
        <p:txBody>
          <a:bodyPr/>
          <a:p>
            <a:fld id="{F2D8CC3F-ADB2-4AF7-880C-111F7E6C7FE6}" type="slidenum">
              <a:rPr altLang="en-US" lang="en-US" smtClean="0"/>
              <a:t>7</a:t>
            </a:fld>
            <a:endParaRPr altLang="en-US"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41" name=""/>
        <p:cNvGrpSpPr/>
        <p:nvPr/>
      </p:nvGrpSpPr>
      <p:grpSpPr>
        <a:xfrm>
          <a:off x="0" y="0"/>
          <a:ext cx="0" cy="0"/>
          <a:chOff x="0" y="0"/>
          <a:chExt cx="0" cy="0"/>
        </a:xfrm>
      </p:grpSpPr>
      <p:sp>
        <p:nvSpPr>
          <p:cNvPr id="1048649" name="Title 7"/>
          <p:cNvSpPr>
            <a:spLocks noGrp="1"/>
          </p:cNvSpPr>
          <p:nvPr>
            <p:ph type="ctrTitle"/>
          </p:nvPr>
        </p:nvSpPr>
        <p:spPr>
          <a:xfrm>
            <a:off x="1219200" y="2914650"/>
            <a:ext cx="6858000" cy="742950"/>
          </a:xfrm>
        </p:spPr>
        <p:txBody>
          <a:bodyPr anchor="t" anchorCtr="0"/>
          <a:lstStyle>
            <a:lvl1pPr algn="r">
              <a:defRPr sz="3200">
                <a:solidFill>
                  <a:schemeClr val="tx1"/>
                </a:solidFill>
              </a:defRPr>
            </a:lvl1pPr>
          </a:lstStyle>
          <a:p>
            <a:r>
              <a:rPr kumimoji="0" lang="en-US"/>
              <a:t>Click to edit Master title style</a:t>
            </a:r>
          </a:p>
        </p:txBody>
      </p:sp>
      <p:sp>
        <p:nvSpPr>
          <p:cNvPr id="1048650" name="Subtitle 8"/>
          <p:cNvSpPr>
            <a:spLocks noGrp="1"/>
          </p:cNvSpPr>
          <p:nvPr>
            <p:ph type="subTitle" idx="1"/>
          </p:nvPr>
        </p:nvSpPr>
        <p:spPr>
          <a:xfrm>
            <a:off x="1219200" y="3843338"/>
            <a:ext cx="6858000" cy="400050"/>
          </a:xfrm>
        </p:spPr>
        <p:txBody>
          <a:bodyPr/>
          <a:lstStyle>
            <a:lvl1pPr algn="r" indent="0" marL="0">
              <a:buNone/>
              <a:defRPr sz="2000">
                <a:solidFill>
                  <a:schemeClr val="tx2"/>
                </a:solidFill>
                <a:latin typeface="+mj-lt"/>
                <a:ea typeface="+mj-ea"/>
                <a:cs typeface="+mj-cs"/>
              </a:defRPr>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kumimoji="0" lang="en-US"/>
              <a:t>Click to edit Master subtitle style</a:t>
            </a:r>
          </a:p>
        </p:txBody>
      </p:sp>
      <p:sp>
        <p:nvSpPr>
          <p:cNvPr id="1048651" name="Date Placeholder 27"/>
          <p:cNvSpPr>
            <a:spLocks noGrp="1"/>
          </p:cNvSpPr>
          <p:nvPr>
            <p:ph type="dt" sz="half" idx="10"/>
          </p:nvPr>
        </p:nvSpPr>
        <p:spPr>
          <a:xfrm>
            <a:off x="6400800" y="4766310"/>
            <a:ext cx="2286000" cy="274320"/>
          </a:xfrm>
        </p:spPr>
        <p:txBody>
          <a:bodyPr/>
          <a:lstStyle>
            <a:lvl1pPr>
              <a:defRPr sz="1400"/>
            </a:lvl1pPr>
          </a:lstStyle>
          <a:p>
            <a:fld id="{82C03702-14E4-4480-A530-C422C1B8A03E}" type="datetime3">
              <a:rPr lang="en-US" smtClean="0"/>
              <a:t>28 August 2025</a:t>
            </a:fld>
            <a:endParaRPr dirty="0" lang="en-US"/>
          </a:p>
        </p:txBody>
      </p:sp>
      <p:sp>
        <p:nvSpPr>
          <p:cNvPr id="1048652" name="Footer Placeholder 16"/>
          <p:cNvSpPr>
            <a:spLocks noGrp="1"/>
          </p:cNvSpPr>
          <p:nvPr>
            <p:ph type="ftr" sz="quarter" idx="11"/>
          </p:nvPr>
        </p:nvSpPr>
        <p:spPr>
          <a:xfrm>
            <a:off x="2898648" y="4766310"/>
            <a:ext cx="3474720" cy="274320"/>
          </a:xfrm>
        </p:spPr>
        <p:txBody>
          <a:bodyPr/>
          <a:p>
            <a:r>
              <a:rPr lang="en-US"/>
              <a:t>EGB1201– JAVA PROGRAMMING –PROJECT REVIEW 1</a:t>
            </a:r>
            <a:endParaRPr dirty="0" lang="en-US"/>
          </a:p>
        </p:txBody>
      </p:sp>
      <p:sp>
        <p:nvSpPr>
          <p:cNvPr id="1048653" name="Slide Number Placeholder 28"/>
          <p:cNvSpPr>
            <a:spLocks noGrp="1"/>
          </p:cNvSpPr>
          <p:nvPr>
            <p:ph type="sldNum" sz="quarter" idx="12"/>
          </p:nvPr>
        </p:nvSpPr>
        <p:spPr>
          <a:xfrm>
            <a:off x="1216152" y="4766310"/>
            <a:ext cx="1219200" cy="274320"/>
          </a:xfrm>
        </p:spPr>
        <p:txBody>
          <a:bodyPr/>
          <a:p>
            <a:fld id="{C0A8E10E-36D1-42AB-939C-34BEB33CD9E4}" type="slidenum">
              <a:rPr altLang="en-US" lang="en-US" smtClean="0"/>
              <a:t>‹#›</a:t>
            </a:fld>
            <a:endParaRPr altLang="en-US" lang="en-US"/>
          </a:p>
        </p:txBody>
      </p:sp>
      <p:sp>
        <p:nvSpPr>
          <p:cNvPr id="1048654" name="Rectangle 20"/>
          <p:cNvSpPr/>
          <p:nvPr/>
        </p:nvSpPr>
        <p:spPr>
          <a:xfrm>
            <a:off x="904875" y="2736056"/>
            <a:ext cx="7315200" cy="960120"/>
          </a:xfrm>
          <a:prstGeom prst="rect"/>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655" name="Rectangle 32"/>
          <p:cNvSpPr/>
          <p:nvPr/>
        </p:nvSpPr>
        <p:spPr>
          <a:xfrm>
            <a:off x="914400" y="3786188"/>
            <a:ext cx="7315200" cy="514350"/>
          </a:xfrm>
          <a:prstGeom prst="rect"/>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656" name="Rectangle 21"/>
          <p:cNvSpPr/>
          <p:nvPr/>
        </p:nvSpPr>
        <p:spPr>
          <a:xfrm>
            <a:off x="904875" y="2736056"/>
            <a:ext cx="228600" cy="960120"/>
          </a:xfrm>
          <a:prstGeom prst="rect"/>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657" name="Rectangle 31"/>
          <p:cNvSpPr/>
          <p:nvPr/>
        </p:nvSpPr>
        <p:spPr>
          <a:xfrm>
            <a:off x="914400" y="3786188"/>
            <a:ext cx="228600" cy="514350"/>
          </a:xfrm>
          <a:prstGeom prst="rect"/>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8" name=""/>
        <p:cNvGrpSpPr/>
        <p:nvPr/>
      </p:nvGrpSpPr>
      <p:grpSpPr>
        <a:xfrm>
          <a:off x="0" y="0"/>
          <a:ext cx="0" cy="0"/>
          <a:chOff x="0" y="0"/>
          <a:chExt cx="0" cy="0"/>
        </a:xfrm>
      </p:grpSpPr>
      <p:sp>
        <p:nvSpPr>
          <p:cNvPr id="1048602" name="Title 1"/>
          <p:cNvSpPr>
            <a:spLocks noGrp="1"/>
          </p:cNvSpPr>
          <p:nvPr>
            <p:ph type="title"/>
          </p:nvPr>
        </p:nvSpPr>
        <p:spPr/>
        <p:txBody>
          <a:bodyPr/>
          <a:p>
            <a:r>
              <a:rPr kumimoji="0" lang="en-US"/>
              <a:t>Click to edit Master title style</a:t>
            </a:r>
          </a:p>
        </p:txBody>
      </p:sp>
      <p:sp>
        <p:nvSpPr>
          <p:cNvPr id="1048603" name="Date Placeholder 3"/>
          <p:cNvSpPr>
            <a:spLocks noGrp="1"/>
          </p:cNvSpPr>
          <p:nvPr>
            <p:ph type="dt" sz="half" idx="10"/>
          </p:nvPr>
        </p:nvSpPr>
        <p:spPr/>
        <p:txBody>
          <a:bodyPr/>
          <a:p>
            <a:fld id="{1E3A348D-5B16-4489-8ED2-8AEF9B1E177A}" type="datetime3">
              <a:rPr lang="en-US" smtClean="0"/>
              <a:t>28 August 2025</a:t>
            </a:fld>
            <a:endParaRPr dirty="0" lang="en-US"/>
          </a:p>
        </p:txBody>
      </p:sp>
      <p:sp>
        <p:nvSpPr>
          <p:cNvPr id="1048604" name="Footer Placeholder 4"/>
          <p:cNvSpPr>
            <a:spLocks noGrp="1"/>
          </p:cNvSpPr>
          <p:nvPr>
            <p:ph type="ftr" sz="quarter" idx="11"/>
          </p:nvPr>
        </p:nvSpPr>
        <p:spPr/>
        <p:txBody>
          <a:bodyPr/>
          <a:p>
            <a:r>
              <a:rPr lang="en-US"/>
              <a:t>EGB1201– JAVA PROGRAMMING –PROJECT REVIEW 1</a:t>
            </a:r>
            <a:endParaRPr dirty="0" lang="en-US"/>
          </a:p>
        </p:txBody>
      </p:sp>
      <p:sp>
        <p:nvSpPr>
          <p:cNvPr id="1048605" name="Slide Number Placeholder 5"/>
          <p:cNvSpPr>
            <a:spLocks noGrp="1"/>
          </p:cNvSpPr>
          <p:nvPr>
            <p:ph type="sldNum" sz="quarter" idx="12"/>
          </p:nvPr>
        </p:nvSpPr>
        <p:spPr/>
        <p:txBody>
          <a:bodyPr/>
          <a:p>
            <a:fld id="{0E14ABD8-B1EB-4C07-9937-C8C4E38BDF00}" type="slidenum">
              <a:rPr altLang="en-US" lang="en-US" smtClean="0"/>
              <a:t>‹#›</a:t>
            </a:fld>
            <a:endParaRPr altLang="en-US" lang="en-US"/>
          </a:p>
        </p:txBody>
      </p:sp>
      <p:sp>
        <p:nvSpPr>
          <p:cNvPr id="1048606" name="Content Placeholder 7"/>
          <p:cNvSpPr>
            <a:spLocks noGrp="1"/>
          </p:cNvSpPr>
          <p:nvPr>
            <p:ph sz="quarter" idx="1"/>
          </p:nvPr>
        </p:nvSpPr>
        <p:spPr>
          <a:xfrm>
            <a:off x="457200" y="914400"/>
            <a:ext cx="8229600" cy="3703320"/>
          </a:xfrm>
        </p:spPr>
        <p:txBody>
          <a:bodyPr/>
          <a:p>
            <a:pPr eaLnBrk="1" hangingPunct="1" latinLnBrk="0" lvl="0"/>
            <a:r>
              <a:rPr lang="en-US"/>
              <a:t>Click to edit Master text styles</a:t>
            </a:r>
          </a:p>
          <a:p>
            <a:pPr eaLnBrk="1" hangingPunct="1" latinLnBrk="0" lvl="1"/>
            <a:r>
              <a:rPr lang="en-US"/>
              <a:t>Second level</a:t>
            </a:r>
          </a:p>
          <a:p>
            <a:pPr eaLnBrk="1" hangingPunct="1" latinLnBrk="0" lvl="2"/>
            <a:r>
              <a:rPr lang="en-US"/>
              <a:t>Third level</a:t>
            </a:r>
          </a:p>
          <a:p>
            <a:pPr eaLnBrk="1" hangingPunct="1" latinLnBrk="0" lvl="3"/>
            <a:r>
              <a:rPr lang="en-US"/>
              <a:t>Fourth level</a:t>
            </a:r>
          </a:p>
          <a:p>
            <a:pPr eaLnBrk="1" hangingPunct="1" latinLnBrk="0" lvl="4"/>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45" name=""/>
        <p:cNvGrpSpPr/>
        <p:nvPr/>
      </p:nvGrpSpPr>
      <p:grpSpPr>
        <a:xfrm>
          <a:off x="0" y="0"/>
          <a:ext cx="0" cy="0"/>
          <a:chOff x="0" y="0"/>
          <a:chExt cx="0" cy="0"/>
        </a:xfrm>
      </p:grpSpPr>
      <p:sp>
        <p:nvSpPr>
          <p:cNvPr id="1048680" name="Title 1"/>
          <p:cNvSpPr>
            <a:spLocks noGrp="1"/>
          </p:cNvSpPr>
          <p:nvPr>
            <p:ph type="title"/>
          </p:nvPr>
        </p:nvSpPr>
        <p:spPr>
          <a:xfrm>
            <a:off x="1219200" y="2228850"/>
            <a:ext cx="6858000" cy="800100"/>
          </a:xfrm>
        </p:spPr>
        <p:txBody>
          <a:bodyPr anchor="t" anchorCtr="0"/>
          <a:lstStyle>
            <a:lvl1pPr algn="r">
              <a:buNone/>
              <a:defRPr baseline="0" b="0" cap="none" sz="3200"/>
            </a:lvl1pPr>
          </a:lstStyle>
          <a:p>
            <a:r>
              <a:rPr kumimoji="0" lang="en-US"/>
              <a:t>Click to edit Master title style</a:t>
            </a:r>
          </a:p>
        </p:txBody>
      </p:sp>
      <p:sp>
        <p:nvSpPr>
          <p:cNvPr id="1048681" name="Text Placeholder 2"/>
          <p:cNvSpPr>
            <a:spLocks noGrp="1"/>
          </p:cNvSpPr>
          <p:nvPr>
            <p:ph type="body" idx="1"/>
          </p:nvPr>
        </p:nvSpPr>
        <p:spPr>
          <a:xfrm>
            <a:off x="1295400" y="3200400"/>
            <a:ext cx="6781800" cy="857250"/>
          </a:xfrm>
        </p:spPr>
        <p:txBody>
          <a:bodyPr anchor="t" anchorCtr="0"/>
          <a:lstStyle>
            <a:lvl1pPr algn="r" indent="0" marL="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eaLnBrk="1" hangingPunct="1" latinLnBrk="0" lvl="0"/>
            <a:r>
              <a:rPr kumimoji="0" lang="en-US"/>
              <a:t>Click to edit Master text styles</a:t>
            </a:r>
          </a:p>
        </p:txBody>
      </p:sp>
      <p:sp>
        <p:nvSpPr>
          <p:cNvPr id="1048682" name="Date Placeholder 3"/>
          <p:cNvSpPr>
            <a:spLocks noGrp="1"/>
          </p:cNvSpPr>
          <p:nvPr>
            <p:ph type="dt" sz="half" idx="10"/>
          </p:nvPr>
        </p:nvSpPr>
        <p:spPr>
          <a:xfrm>
            <a:off x="6400800" y="4766310"/>
            <a:ext cx="2286000" cy="274320"/>
          </a:xfrm>
        </p:spPr>
        <p:txBody>
          <a:bodyPr/>
          <a:p>
            <a:fld id="{55AF1C13-82E0-4016-AF87-088CA8AE619C}" type="datetime3">
              <a:rPr lang="en-US" smtClean="0"/>
              <a:t>28 August 2025</a:t>
            </a:fld>
            <a:endParaRPr dirty="0" lang="en-US"/>
          </a:p>
        </p:txBody>
      </p:sp>
      <p:sp>
        <p:nvSpPr>
          <p:cNvPr id="1048683" name="Footer Placeholder 4"/>
          <p:cNvSpPr>
            <a:spLocks noGrp="1"/>
          </p:cNvSpPr>
          <p:nvPr>
            <p:ph type="ftr" sz="quarter" idx="11"/>
          </p:nvPr>
        </p:nvSpPr>
        <p:spPr>
          <a:xfrm>
            <a:off x="2898648" y="4766310"/>
            <a:ext cx="3474720" cy="274320"/>
          </a:xfrm>
        </p:spPr>
        <p:txBody>
          <a:bodyPr/>
          <a:p>
            <a:r>
              <a:rPr lang="en-US"/>
              <a:t>EGB1201– JAVA PROGRAMMING –PROJECT REVIEW 1</a:t>
            </a:r>
            <a:endParaRPr dirty="0" lang="en-US"/>
          </a:p>
        </p:txBody>
      </p:sp>
      <p:sp>
        <p:nvSpPr>
          <p:cNvPr id="1048684" name="Slide Number Placeholder 5"/>
          <p:cNvSpPr>
            <a:spLocks noGrp="1"/>
          </p:cNvSpPr>
          <p:nvPr>
            <p:ph type="sldNum" sz="quarter" idx="12"/>
          </p:nvPr>
        </p:nvSpPr>
        <p:spPr>
          <a:xfrm>
            <a:off x="1069848" y="4766310"/>
            <a:ext cx="1520952" cy="274320"/>
          </a:xfrm>
        </p:spPr>
        <p:txBody>
          <a:bodyPr/>
          <a:p>
            <a:fld id="{BEE0AD74-942B-45F6-8EEE-203197083F56}" type="slidenum">
              <a:rPr altLang="en-US" lang="en-US" smtClean="0"/>
              <a:t>‹#›</a:t>
            </a:fld>
            <a:endParaRPr altLang="en-US" lang="en-US"/>
          </a:p>
        </p:txBody>
      </p:sp>
      <p:sp>
        <p:nvSpPr>
          <p:cNvPr id="1048685" name="Rectangle 6"/>
          <p:cNvSpPr/>
          <p:nvPr/>
        </p:nvSpPr>
        <p:spPr>
          <a:xfrm>
            <a:off x="914400" y="2114550"/>
            <a:ext cx="7315200" cy="960120"/>
          </a:xfrm>
          <a:prstGeom prst="rect"/>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686" name="Rectangle 7"/>
          <p:cNvSpPr/>
          <p:nvPr/>
        </p:nvSpPr>
        <p:spPr>
          <a:xfrm>
            <a:off x="914400" y="2114550"/>
            <a:ext cx="228600" cy="960120"/>
          </a:xfrm>
          <a:prstGeom prst="rect"/>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Tree>
  </p:cSld>
  <p:clrMapOvr>
    <a:overrideClrMapping accent1="accent1" accent2="accent2" accent3="accent3" accent4="accent4" accent5="accent5" accent6="accent6" bg1="dk1" bg2="dk2" tx1="lt1" tx2="lt2"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23" name=""/>
        <p:cNvGrpSpPr/>
        <p:nvPr/>
      </p:nvGrpSpPr>
      <p:grpSpPr>
        <a:xfrm>
          <a:off x="0" y="0"/>
          <a:ext cx="0" cy="0"/>
          <a:chOff x="0" y="0"/>
          <a:chExt cx="0" cy="0"/>
        </a:xfrm>
      </p:grpSpPr>
      <p:sp>
        <p:nvSpPr>
          <p:cNvPr id="1048584" name="Title 1"/>
          <p:cNvSpPr>
            <a:spLocks noGrp="1"/>
          </p:cNvSpPr>
          <p:nvPr>
            <p:ph type="title"/>
          </p:nvPr>
        </p:nvSpPr>
        <p:spPr>
          <a:xfrm>
            <a:off x="457200" y="171450"/>
            <a:ext cx="8229600" cy="685800"/>
          </a:xfrm>
        </p:spPr>
        <p:txBody>
          <a:bodyPr/>
          <a:p>
            <a:r>
              <a:rPr kumimoji="0" lang="en-US"/>
              <a:t>Click to edit Master title style</a:t>
            </a:r>
          </a:p>
        </p:txBody>
      </p:sp>
      <p:sp>
        <p:nvSpPr>
          <p:cNvPr id="1048585" name="Date Placeholder 4"/>
          <p:cNvSpPr>
            <a:spLocks noGrp="1"/>
          </p:cNvSpPr>
          <p:nvPr>
            <p:ph type="dt" sz="half" idx="10"/>
          </p:nvPr>
        </p:nvSpPr>
        <p:spPr/>
        <p:txBody>
          <a:bodyPr/>
          <a:p>
            <a:fld id="{5EF91425-DFED-4DE8-94FB-8A904A87DE0C}" type="datetime3">
              <a:rPr lang="en-US" smtClean="0"/>
              <a:t>28 August 2025</a:t>
            </a:fld>
            <a:endParaRPr dirty="0" lang="en-US"/>
          </a:p>
        </p:txBody>
      </p:sp>
      <p:sp>
        <p:nvSpPr>
          <p:cNvPr id="1048586" name="Footer Placeholder 5"/>
          <p:cNvSpPr>
            <a:spLocks noGrp="1"/>
          </p:cNvSpPr>
          <p:nvPr>
            <p:ph type="ftr" sz="quarter" idx="11"/>
          </p:nvPr>
        </p:nvSpPr>
        <p:spPr/>
        <p:txBody>
          <a:bodyPr/>
          <a:p>
            <a:r>
              <a:rPr lang="en-US"/>
              <a:t>EGB1201– JAVA PROGRAMMING –PROJECT REVIEW 1</a:t>
            </a:r>
            <a:endParaRPr dirty="0" lang="en-US"/>
          </a:p>
        </p:txBody>
      </p:sp>
      <p:sp>
        <p:nvSpPr>
          <p:cNvPr id="1048587" name="Slide Number Placeholder 6"/>
          <p:cNvSpPr>
            <a:spLocks noGrp="1"/>
          </p:cNvSpPr>
          <p:nvPr>
            <p:ph type="sldNum" sz="quarter" idx="12"/>
          </p:nvPr>
        </p:nvSpPr>
        <p:spPr/>
        <p:txBody>
          <a:bodyPr/>
          <a:p>
            <a:fld id="{DB554FDC-F986-4516-81A3-5CBC9634E9C1}" type="slidenum">
              <a:rPr altLang="en-US" lang="en-US" smtClean="0"/>
              <a:t>‹#›</a:t>
            </a:fld>
            <a:endParaRPr altLang="en-US" lang="en-US"/>
          </a:p>
        </p:txBody>
      </p:sp>
      <p:sp>
        <p:nvSpPr>
          <p:cNvPr id="1048588" name="Content Placeholder 8"/>
          <p:cNvSpPr>
            <a:spLocks noGrp="1"/>
          </p:cNvSpPr>
          <p:nvPr>
            <p:ph sz="quarter" idx="1"/>
          </p:nvPr>
        </p:nvSpPr>
        <p:spPr>
          <a:xfrm>
            <a:off x="457200" y="914400"/>
            <a:ext cx="4041648" cy="3703320"/>
          </a:xfrm>
        </p:spPr>
        <p:txBody>
          <a:bodyPr/>
          <a:p>
            <a:pPr eaLnBrk="1" hangingPunct="1" latinLnBrk="0" lvl="0"/>
            <a:r>
              <a:rPr lang="en-US"/>
              <a:t>Click to edit Master text styles</a:t>
            </a:r>
          </a:p>
          <a:p>
            <a:pPr eaLnBrk="1" hangingPunct="1" latinLnBrk="0" lvl="1"/>
            <a:r>
              <a:rPr lang="en-US"/>
              <a:t>Second level</a:t>
            </a:r>
          </a:p>
          <a:p>
            <a:pPr eaLnBrk="1" hangingPunct="1" latinLnBrk="0" lvl="2"/>
            <a:r>
              <a:rPr lang="en-US"/>
              <a:t>Third level</a:t>
            </a:r>
          </a:p>
          <a:p>
            <a:pPr eaLnBrk="1" hangingPunct="1" latinLnBrk="0" lvl="3"/>
            <a:r>
              <a:rPr lang="en-US"/>
              <a:t>Fourth level</a:t>
            </a:r>
          </a:p>
          <a:p>
            <a:pPr eaLnBrk="1" hangingPunct="1" latinLnBrk="0" lvl="4"/>
            <a:r>
              <a:rPr lang="en-US"/>
              <a:t>Fifth level</a:t>
            </a:r>
            <a:endParaRPr kumimoji="0" lang="en-US"/>
          </a:p>
        </p:txBody>
      </p:sp>
      <p:sp>
        <p:nvSpPr>
          <p:cNvPr id="1048589" name="Content Placeholder 10"/>
          <p:cNvSpPr>
            <a:spLocks noGrp="1"/>
          </p:cNvSpPr>
          <p:nvPr>
            <p:ph sz="quarter" idx="2"/>
          </p:nvPr>
        </p:nvSpPr>
        <p:spPr>
          <a:xfrm>
            <a:off x="4632198" y="912114"/>
            <a:ext cx="4041648" cy="3703320"/>
          </a:xfrm>
        </p:spPr>
        <p:txBody>
          <a:bodyPr/>
          <a:p>
            <a:pPr eaLnBrk="1" hangingPunct="1" latinLnBrk="0" lvl="0"/>
            <a:r>
              <a:rPr lang="en-US"/>
              <a:t>Click to edit Master text styles</a:t>
            </a:r>
          </a:p>
          <a:p>
            <a:pPr eaLnBrk="1" hangingPunct="1" latinLnBrk="0" lvl="1"/>
            <a:r>
              <a:rPr lang="en-US"/>
              <a:t>Second level</a:t>
            </a:r>
          </a:p>
          <a:p>
            <a:pPr eaLnBrk="1" hangingPunct="1" latinLnBrk="0" lvl="2"/>
            <a:r>
              <a:rPr lang="en-US"/>
              <a:t>Third level</a:t>
            </a:r>
          </a:p>
          <a:p>
            <a:pPr eaLnBrk="1" hangingPunct="1" latinLnBrk="0" lvl="3"/>
            <a:r>
              <a:rPr lang="en-US"/>
              <a:t>Fourth level</a:t>
            </a:r>
          </a:p>
          <a:p>
            <a:pPr eaLnBrk="1" hangingPunct="1" latinLnBrk="0" lvl="4"/>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35" name=""/>
        <p:cNvGrpSpPr/>
        <p:nvPr/>
      </p:nvGrpSpPr>
      <p:grpSpPr>
        <a:xfrm>
          <a:off x="0" y="0"/>
          <a:ext cx="0" cy="0"/>
          <a:chOff x="0" y="0"/>
          <a:chExt cx="0" cy="0"/>
        </a:xfrm>
      </p:grpSpPr>
      <p:sp>
        <p:nvSpPr>
          <p:cNvPr id="1048626" name="Title 1"/>
          <p:cNvSpPr>
            <a:spLocks noGrp="1"/>
          </p:cNvSpPr>
          <p:nvPr>
            <p:ph type="title"/>
          </p:nvPr>
        </p:nvSpPr>
        <p:spPr>
          <a:xfrm>
            <a:off x="457200" y="171450"/>
            <a:ext cx="8229600" cy="685800"/>
          </a:xfrm>
        </p:spPr>
        <p:txBody>
          <a:bodyPr anchor="ctr"/>
          <a:p>
            <a:r>
              <a:rPr kumimoji="0" lang="en-US"/>
              <a:t>Click to edit Master title style</a:t>
            </a:r>
          </a:p>
        </p:txBody>
      </p:sp>
      <p:sp>
        <p:nvSpPr>
          <p:cNvPr id="1048627" name="Text Placeholder 2"/>
          <p:cNvSpPr>
            <a:spLocks noGrp="1"/>
          </p:cNvSpPr>
          <p:nvPr>
            <p:ph type="body" idx="1"/>
          </p:nvPr>
        </p:nvSpPr>
        <p:spPr>
          <a:xfrm>
            <a:off x="457200" y="964406"/>
            <a:ext cx="4040188" cy="514350"/>
          </a:xfrm>
          <a:noFill/>
          <a:ln>
            <a:noFill/>
          </a:ln>
        </p:spPr>
        <p:txBody>
          <a:bodyPr anchor="b" anchorCtr="0" lIns="91440">
            <a:noAutofit/>
          </a:bodyPr>
          <a:lstStyle>
            <a:lvl1pPr indent="0" marL="0">
              <a:buNone/>
              <a:defRPr b="1" sz="2400">
                <a:solidFill>
                  <a:schemeClr val="accent2"/>
                </a:solidFill>
              </a:defRPr>
            </a:lvl1pPr>
            <a:lvl2pPr>
              <a:buNone/>
              <a:defRPr b="1" sz="2000"/>
            </a:lvl2pPr>
            <a:lvl3pPr>
              <a:buNone/>
              <a:defRPr b="1" sz="1800"/>
            </a:lvl3pPr>
            <a:lvl4pPr>
              <a:buNone/>
              <a:defRPr b="1" sz="1600"/>
            </a:lvl4pPr>
            <a:lvl5pPr>
              <a:buNone/>
              <a:defRPr b="1" sz="1600"/>
            </a:lvl5pPr>
          </a:lstStyle>
          <a:p>
            <a:pPr eaLnBrk="1" hangingPunct="1" latinLnBrk="0" lvl="0"/>
            <a:r>
              <a:rPr kumimoji="0" lang="en-US"/>
              <a:t>Click to edit Master text styles</a:t>
            </a:r>
          </a:p>
        </p:txBody>
      </p:sp>
      <p:sp>
        <p:nvSpPr>
          <p:cNvPr id="1048628" name="Text Placeholder 3"/>
          <p:cNvSpPr>
            <a:spLocks noGrp="1"/>
          </p:cNvSpPr>
          <p:nvPr>
            <p:ph type="body" sz="half" idx="3"/>
          </p:nvPr>
        </p:nvSpPr>
        <p:spPr>
          <a:xfrm>
            <a:off x="4648201" y="971550"/>
            <a:ext cx="4041775" cy="514350"/>
          </a:xfrm>
          <a:noFill/>
          <a:ln>
            <a:noFill/>
          </a:ln>
        </p:spPr>
        <p:txBody>
          <a:bodyPr anchor="b" anchorCtr="0" lIns="91440"/>
          <a:lstStyle>
            <a:lvl1pPr indent="0" marL="0">
              <a:buNone/>
              <a:defRPr b="1" sz="2400">
                <a:solidFill>
                  <a:schemeClr val="accent2"/>
                </a:solidFill>
              </a:defRPr>
            </a:lvl1pPr>
            <a:lvl2pPr>
              <a:buNone/>
              <a:defRPr b="1" sz="2000"/>
            </a:lvl2pPr>
            <a:lvl3pPr>
              <a:buNone/>
              <a:defRPr b="1" sz="1800"/>
            </a:lvl3pPr>
            <a:lvl4pPr>
              <a:buNone/>
              <a:defRPr b="1" sz="1600"/>
            </a:lvl4pPr>
            <a:lvl5pPr>
              <a:buNone/>
              <a:defRPr b="1" sz="1600"/>
            </a:lvl5pPr>
          </a:lstStyle>
          <a:p>
            <a:pPr eaLnBrk="1" hangingPunct="1" latinLnBrk="0" lvl="0"/>
            <a:r>
              <a:rPr kumimoji="0" lang="en-US"/>
              <a:t>Click to edit Master text styles</a:t>
            </a:r>
          </a:p>
        </p:txBody>
      </p:sp>
      <p:sp>
        <p:nvSpPr>
          <p:cNvPr id="1048629" name="Date Placeholder 6"/>
          <p:cNvSpPr>
            <a:spLocks noGrp="1"/>
          </p:cNvSpPr>
          <p:nvPr>
            <p:ph type="dt" sz="half" idx="10"/>
          </p:nvPr>
        </p:nvSpPr>
        <p:spPr/>
        <p:txBody>
          <a:bodyPr/>
          <a:p>
            <a:fld id="{0921AB82-6411-4FEE-9E16-F67BC4B24CDB}" type="datetime3">
              <a:rPr lang="en-US" smtClean="0"/>
              <a:t>28 August 2025</a:t>
            </a:fld>
            <a:endParaRPr dirty="0" lang="en-US"/>
          </a:p>
        </p:txBody>
      </p:sp>
      <p:sp>
        <p:nvSpPr>
          <p:cNvPr id="1048630" name="Footer Placeholder 7"/>
          <p:cNvSpPr>
            <a:spLocks noGrp="1"/>
          </p:cNvSpPr>
          <p:nvPr>
            <p:ph type="ftr" sz="quarter" idx="11"/>
          </p:nvPr>
        </p:nvSpPr>
        <p:spPr/>
        <p:txBody>
          <a:bodyPr/>
          <a:p>
            <a:r>
              <a:rPr lang="en-US"/>
              <a:t>EGB1201– JAVA PROGRAMMING –PROJECT REVIEW 1</a:t>
            </a:r>
            <a:endParaRPr dirty="0" lang="en-US"/>
          </a:p>
        </p:txBody>
      </p:sp>
      <p:sp>
        <p:nvSpPr>
          <p:cNvPr id="1048631" name="Slide Number Placeholder 8"/>
          <p:cNvSpPr>
            <a:spLocks noGrp="1"/>
          </p:cNvSpPr>
          <p:nvPr>
            <p:ph type="sldNum" sz="quarter" idx="12"/>
          </p:nvPr>
        </p:nvSpPr>
        <p:spPr/>
        <p:txBody>
          <a:bodyPr/>
          <a:p>
            <a:fld id="{02A63921-D0A8-45BD-ADF0-24CC5F135FEC}" type="slidenum">
              <a:rPr altLang="en-US" lang="en-US" smtClean="0"/>
              <a:t>‹#›</a:t>
            </a:fld>
            <a:endParaRPr altLang="en-US" lang="en-US"/>
          </a:p>
        </p:txBody>
      </p:sp>
      <p:sp>
        <p:nvSpPr>
          <p:cNvPr id="1048632" name="Content Placeholder 10"/>
          <p:cNvSpPr>
            <a:spLocks noGrp="1"/>
          </p:cNvSpPr>
          <p:nvPr>
            <p:ph sz="quarter" idx="2"/>
          </p:nvPr>
        </p:nvSpPr>
        <p:spPr>
          <a:xfrm>
            <a:off x="457200" y="1600200"/>
            <a:ext cx="4038600" cy="3028950"/>
          </a:xfrm>
        </p:spPr>
        <p:txBody>
          <a:bodyPr/>
          <a:p>
            <a:pPr eaLnBrk="1" hangingPunct="1" latinLnBrk="0" lvl="0"/>
            <a:r>
              <a:rPr lang="en-US"/>
              <a:t>Click to edit Master text styles</a:t>
            </a:r>
          </a:p>
          <a:p>
            <a:pPr eaLnBrk="1" hangingPunct="1" latinLnBrk="0" lvl="1"/>
            <a:r>
              <a:rPr lang="en-US"/>
              <a:t>Second level</a:t>
            </a:r>
          </a:p>
          <a:p>
            <a:pPr eaLnBrk="1" hangingPunct="1" latinLnBrk="0" lvl="2"/>
            <a:r>
              <a:rPr lang="en-US"/>
              <a:t>Third level</a:t>
            </a:r>
          </a:p>
          <a:p>
            <a:pPr eaLnBrk="1" hangingPunct="1" latinLnBrk="0" lvl="3"/>
            <a:r>
              <a:rPr lang="en-US"/>
              <a:t>Fourth level</a:t>
            </a:r>
          </a:p>
          <a:p>
            <a:pPr eaLnBrk="1" hangingPunct="1" latinLnBrk="0" lvl="4"/>
            <a:r>
              <a:rPr lang="en-US"/>
              <a:t>Fifth level</a:t>
            </a:r>
            <a:endParaRPr kumimoji="0" lang="en-US"/>
          </a:p>
        </p:txBody>
      </p:sp>
      <p:sp>
        <p:nvSpPr>
          <p:cNvPr id="1048633" name="Content Placeholder 12"/>
          <p:cNvSpPr>
            <a:spLocks noGrp="1"/>
          </p:cNvSpPr>
          <p:nvPr>
            <p:ph sz="quarter" idx="4"/>
          </p:nvPr>
        </p:nvSpPr>
        <p:spPr>
          <a:xfrm>
            <a:off x="4648200" y="1600200"/>
            <a:ext cx="4038600" cy="3028950"/>
          </a:xfrm>
        </p:spPr>
        <p:txBody>
          <a:bodyPr/>
          <a:p>
            <a:pPr eaLnBrk="1" hangingPunct="1" latinLnBrk="0" lvl="0"/>
            <a:r>
              <a:rPr lang="en-US"/>
              <a:t>Click to edit Master text styles</a:t>
            </a:r>
          </a:p>
          <a:p>
            <a:pPr eaLnBrk="1" hangingPunct="1" latinLnBrk="0" lvl="1"/>
            <a:r>
              <a:rPr lang="en-US"/>
              <a:t>Second level</a:t>
            </a:r>
          </a:p>
          <a:p>
            <a:pPr eaLnBrk="1" hangingPunct="1" latinLnBrk="0" lvl="2"/>
            <a:r>
              <a:rPr lang="en-US"/>
              <a:t>Third level</a:t>
            </a:r>
          </a:p>
          <a:p>
            <a:pPr eaLnBrk="1" hangingPunct="1" latinLnBrk="0" lvl="3"/>
            <a:r>
              <a:rPr lang="en-US"/>
              <a:t>Fourth level</a:t>
            </a:r>
          </a:p>
          <a:p>
            <a:pPr eaLnBrk="1" hangingPunct="1" latinLnBrk="0" lvl="4"/>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39" name=""/>
        <p:cNvGrpSpPr/>
        <p:nvPr/>
      </p:nvGrpSpPr>
      <p:grpSpPr>
        <a:xfrm>
          <a:off x="0" y="0"/>
          <a:ext cx="0" cy="0"/>
          <a:chOff x="0" y="0"/>
          <a:chExt cx="0" cy="0"/>
        </a:xfrm>
      </p:grpSpPr>
      <p:sp>
        <p:nvSpPr>
          <p:cNvPr id="1048641" name="Title 1"/>
          <p:cNvSpPr>
            <a:spLocks noGrp="1"/>
          </p:cNvSpPr>
          <p:nvPr>
            <p:ph type="title"/>
          </p:nvPr>
        </p:nvSpPr>
        <p:spPr>
          <a:xfrm>
            <a:off x="457200" y="171450"/>
            <a:ext cx="8229600" cy="685800"/>
          </a:xfrm>
        </p:spPr>
        <p:txBody>
          <a:bodyPr/>
          <a:p>
            <a:r>
              <a:rPr kumimoji="0" lang="en-US"/>
              <a:t>Click to edit Master title style</a:t>
            </a:r>
          </a:p>
        </p:txBody>
      </p:sp>
      <p:sp>
        <p:nvSpPr>
          <p:cNvPr id="1048642" name="Date Placeholder 2"/>
          <p:cNvSpPr>
            <a:spLocks noGrp="1"/>
          </p:cNvSpPr>
          <p:nvPr>
            <p:ph type="dt" sz="half" idx="10"/>
          </p:nvPr>
        </p:nvSpPr>
        <p:spPr/>
        <p:txBody>
          <a:bodyPr/>
          <a:p>
            <a:fld id="{5AF6C29A-C2E0-4D03-917B-8DE0E0F2D68F}" type="datetime3">
              <a:rPr lang="en-US" smtClean="0"/>
              <a:t>28 August 2025</a:t>
            </a:fld>
            <a:endParaRPr dirty="0" lang="en-US"/>
          </a:p>
        </p:txBody>
      </p:sp>
      <p:sp>
        <p:nvSpPr>
          <p:cNvPr id="1048643" name="Footer Placeholder 3"/>
          <p:cNvSpPr>
            <a:spLocks noGrp="1"/>
          </p:cNvSpPr>
          <p:nvPr>
            <p:ph type="ftr" sz="quarter" idx="11"/>
          </p:nvPr>
        </p:nvSpPr>
        <p:spPr/>
        <p:txBody>
          <a:bodyPr/>
          <a:p>
            <a:r>
              <a:rPr lang="en-US"/>
              <a:t>EGB1201– JAVA PROGRAMMING –PROJECT REVIEW 1</a:t>
            </a:r>
            <a:endParaRPr dirty="0" lang="en-US"/>
          </a:p>
        </p:txBody>
      </p:sp>
      <p:sp>
        <p:nvSpPr>
          <p:cNvPr id="1048644" name="Slide Number Placeholder 4"/>
          <p:cNvSpPr>
            <a:spLocks noGrp="1"/>
          </p:cNvSpPr>
          <p:nvPr>
            <p:ph type="sldNum" sz="quarter" idx="12"/>
          </p:nvPr>
        </p:nvSpPr>
        <p:spPr/>
        <p:txBody>
          <a:bodyPr/>
          <a:p>
            <a:fld id="{4CE540F1-D866-4735-9E65-A1952EADD02D}" type="slidenum">
              <a:rPr altLang="en-US" lang="en-US" smtClean="0"/>
              <a:t>‹#›</a:t>
            </a:fld>
            <a:endParaRPr altLang="en-US" lang="en-US"/>
          </a:p>
        </p:txBody>
      </p:sp>
      <p:sp>
        <p:nvSpPr>
          <p:cNvPr id="1048645"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46" name=""/>
        <p:cNvGrpSpPr/>
        <p:nvPr/>
      </p:nvGrpSpPr>
      <p:grpSpPr>
        <a:xfrm>
          <a:off x="0" y="0"/>
          <a:ext cx="0" cy="0"/>
          <a:chOff x="0" y="0"/>
          <a:chExt cx="0" cy="0"/>
        </a:xfrm>
      </p:grpSpPr>
      <p:sp>
        <p:nvSpPr>
          <p:cNvPr id="1048687" name="Date Placeholder 1"/>
          <p:cNvSpPr>
            <a:spLocks noGrp="1"/>
          </p:cNvSpPr>
          <p:nvPr>
            <p:ph type="dt" sz="half" idx="10"/>
          </p:nvPr>
        </p:nvSpPr>
        <p:spPr/>
        <p:txBody>
          <a:bodyPr/>
          <a:p>
            <a:fld id="{3649031E-68F5-4FDB-8E1B-B56358377AE5}" type="datetime3">
              <a:rPr lang="en-US" smtClean="0"/>
              <a:t>28 August 2025</a:t>
            </a:fld>
            <a:endParaRPr dirty="0" lang="en-US"/>
          </a:p>
        </p:txBody>
      </p:sp>
      <p:sp>
        <p:nvSpPr>
          <p:cNvPr id="1048688" name="Footer Placeholder 2"/>
          <p:cNvSpPr>
            <a:spLocks noGrp="1"/>
          </p:cNvSpPr>
          <p:nvPr>
            <p:ph type="ftr" sz="quarter" idx="11"/>
          </p:nvPr>
        </p:nvSpPr>
        <p:spPr/>
        <p:txBody>
          <a:bodyPr/>
          <a:p>
            <a:r>
              <a:rPr lang="en-US"/>
              <a:t>EGB1201– JAVA PROGRAMMING –PROJECT REVIEW 1</a:t>
            </a:r>
            <a:endParaRPr dirty="0" lang="en-US"/>
          </a:p>
        </p:txBody>
      </p:sp>
      <p:sp>
        <p:nvSpPr>
          <p:cNvPr id="1048689" name="Slide Number Placeholder 3"/>
          <p:cNvSpPr>
            <a:spLocks noGrp="1"/>
          </p:cNvSpPr>
          <p:nvPr>
            <p:ph type="sldNum" sz="quarter" idx="12"/>
          </p:nvPr>
        </p:nvSpPr>
        <p:spPr/>
        <p:txBody>
          <a:bodyPr/>
          <a:p>
            <a:fld id="{2571F5BB-190B-45BA-B754-2541F8CA6F46}" type="slidenum">
              <a:rPr altLang="en-US" lang="en-US" smtClean="0"/>
              <a:t>‹#›</a:t>
            </a:fld>
            <a:endParaRPr altLang="en-US" lang="en-US"/>
          </a:p>
        </p:txBody>
      </p:sp>
      <p:sp>
        <p:nvSpPr>
          <p:cNvPr id="1048690" name="Straight Connector 4"/>
          <p:cNvSpPr>
            <a:spLocks noChangeShapeType="1"/>
          </p:cNvSpPr>
          <p:nvPr/>
        </p:nvSpPr>
        <p:spPr bwMode="auto">
          <a:xfrm>
            <a:off x="457200" y="4764881"/>
            <a:ext cx="8229600" cy="0"/>
          </a:xfrm>
          <a:prstGeom prst="line"/>
          <a:noFill/>
          <a:ln w="9525" cap="flat" cmpd="sng" algn="ctr">
            <a:solidFill>
              <a:schemeClr val="accent2"/>
            </a:solidFill>
            <a:prstDash val="dash"/>
            <a:round/>
            <a:headEnd type="none" w="med" len="med"/>
            <a:tailEnd type="none" w="med" len="med"/>
          </a:ln>
          <a:effectLst/>
        </p:spPr>
        <p:txBody>
          <a:bodyPr anchor="t" bIns="45720" compatLnSpc="1" lIns="91440" rIns="91440" tIns="45720" vert="horz" wrap="square"/>
          <a:p>
            <a:endParaRPr kumimoji="0" lang="en-US"/>
          </a:p>
        </p:txBody>
      </p:sp>
      <p:sp>
        <p:nvSpPr>
          <p:cNvPr id="1048691" name="Isosceles Triangle 5"/>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47" name=""/>
        <p:cNvGrpSpPr/>
        <p:nvPr/>
      </p:nvGrpSpPr>
      <p:grpSpPr>
        <a:xfrm>
          <a:off x="0" y="0"/>
          <a:ext cx="0" cy="0"/>
          <a:chOff x="0" y="0"/>
          <a:chExt cx="0" cy="0"/>
        </a:xfrm>
      </p:grpSpPr>
      <p:sp>
        <p:nvSpPr>
          <p:cNvPr id="1048692" name="Title 1"/>
          <p:cNvSpPr>
            <a:spLocks noGrp="1"/>
          </p:cNvSpPr>
          <p:nvPr>
            <p:ph type="title"/>
          </p:nvPr>
        </p:nvSpPr>
        <p:spPr>
          <a:xfrm>
            <a:off x="6324600" y="228600"/>
            <a:ext cx="2514600" cy="628650"/>
          </a:xfrm>
        </p:spPr>
        <p:txBody>
          <a:bodyPr anchor="b" anchorCtr="0">
            <a:noAutofit/>
          </a:bodyPr>
          <a:lstStyle>
            <a:lvl1pPr algn="l">
              <a:buNone/>
              <a:defRPr b="1" sz="2000">
                <a:solidFill>
                  <a:schemeClr val="tx2"/>
                </a:solidFill>
                <a:latin typeface="+mn-lt"/>
                <a:ea typeface="+mn-ea"/>
                <a:cs typeface="+mn-cs"/>
              </a:defRPr>
            </a:lvl1pPr>
          </a:lstStyle>
          <a:p>
            <a:r>
              <a:rPr kumimoji="0" lang="en-US"/>
              <a:t>Click to edit Master title style</a:t>
            </a:r>
          </a:p>
        </p:txBody>
      </p:sp>
      <p:sp>
        <p:nvSpPr>
          <p:cNvPr id="1048693" name="Text Placeholder 2"/>
          <p:cNvSpPr>
            <a:spLocks noGrp="1"/>
          </p:cNvSpPr>
          <p:nvPr>
            <p:ph type="body" idx="2"/>
          </p:nvPr>
        </p:nvSpPr>
        <p:spPr>
          <a:xfrm>
            <a:off x="6324600" y="914401"/>
            <a:ext cx="2514600" cy="3632597"/>
          </a:xfrm>
        </p:spPr>
        <p:txBody>
          <a:bodyPr/>
          <a:lstStyle>
            <a:lvl1pPr indent="0" marL="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eaLnBrk="1" hangingPunct="1" latinLnBrk="0" lvl="0"/>
            <a:r>
              <a:rPr kumimoji="0" lang="en-US"/>
              <a:t>Click to edit Master text styles</a:t>
            </a:r>
          </a:p>
        </p:txBody>
      </p:sp>
      <p:sp>
        <p:nvSpPr>
          <p:cNvPr id="1048694" name="Date Placeholder 4"/>
          <p:cNvSpPr>
            <a:spLocks noGrp="1"/>
          </p:cNvSpPr>
          <p:nvPr>
            <p:ph type="dt" sz="half" idx="10"/>
          </p:nvPr>
        </p:nvSpPr>
        <p:spPr/>
        <p:txBody>
          <a:bodyPr/>
          <a:p>
            <a:fld id="{E0451ED7-02AB-481E-912D-08F66569719B}" type="datetime3">
              <a:rPr lang="en-US" smtClean="0"/>
              <a:t>28 August 2025</a:t>
            </a:fld>
            <a:endParaRPr dirty="0" lang="en-US"/>
          </a:p>
        </p:txBody>
      </p:sp>
      <p:sp>
        <p:nvSpPr>
          <p:cNvPr id="1048695" name="Footer Placeholder 5"/>
          <p:cNvSpPr>
            <a:spLocks noGrp="1"/>
          </p:cNvSpPr>
          <p:nvPr>
            <p:ph type="ftr" sz="quarter" idx="11"/>
          </p:nvPr>
        </p:nvSpPr>
        <p:spPr/>
        <p:txBody>
          <a:bodyPr/>
          <a:p>
            <a:r>
              <a:rPr lang="en-US"/>
              <a:t>EGB1201– JAVA PROGRAMMING –PROJECT REVIEW 1</a:t>
            </a:r>
            <a:endParaRPr dirty="0" lang="en-US"/>
          </a:p>
        </p:txBody>
      </p:sp>
      <p:sp>
        <p:nvSpPr>
          <p:cNvPr id="1048696" name="Slide Number Placeholder 6"/>
          <p:cNvSpPr>
            <a:spLocks noGrp="1"/>
          </p:cNvSpPr>
          <p:nvPr>
            <p:ph type="sldNum" sz="quarter" idx="12"/>
          </p:nvPr>
        </p:nvSpPr>
        <p:spPr/>
        <p:txBody>
          <a:bodyPr/>
          <a:p>
            <a:fld id="{4B3D1EAA-7E8D-49EA-BCBB-3C5BA424400D}" type="slidenum">
              <a:rPr altLang="en-US" lang="en-US" smtClean="0"/>
              <a:t>‹#›</a:t>
            </a:fld>
            <a:endParaRPr altLang="en-US" lang="en-US"/>
          </a:p>
        </p:txBody>
      </p:sp>
      <p:sp>
        <p:nvSpPr>
          <p:cNvPr id="1048697" name="Straight Connector 7"/>
          <p:cNvSpPr>
            <a:spLocks noChangeShapeType="1"/>
          </p:cNvSpPr>
          <p:nvPr/>
        </p:nvSpPr>
        <p:spPr bwMode="auto">
          <a:xfrm>
            <a:off x="457200" y="4764881"/>
            <a:ext cx="8229600" cy="0"/>
          </a:xfrm>
          <a:prstGeom prst="line"/>
          <a:noFill/>
          <a:ln w="9525" cap="flat" cmpd="sng" algn="ctr">
            <a:solidFill>
              <a:schemeClr val="accent2"/>
            </a:solidFill>
            <a:prstDash val="dash"/>
            <a:round/>
            <a:headEnd type="none" w="med" len="med"/>
            <a:tailEnd type="none" w="med" len="med"/>
          </a:ln>
          <a:effectLst/>
        </p:spPr>
        <p:txBody>
          <a:bodyPr anchor="t" bIns="45720" compatLnSpc="1" lIns="91440" rIns="91440" tIns="45720" vert="horz" wrap="square"/>
          <a:p>
            <a:endParaRPr kumimoji="0" lang="en-US"/>
          </a:p>
        </p:txBody>
      </p:sp>
      <p:sp>
        <p:nvSpPr>
          <p:cNvPr id="1048698" name="Straight Connector 9"/>
          <p:cNvSpPr>
            <a:spLocks noChangeShapeType="1"/>
          </p:cNvSpPr>
          <p:nvPr/>
        </p:nvSpPr>
        <p:spPr bwMode="auto">
          <a:xfrm rot="5400000">
            <a:off x="3915025" y="2493169"/>
            <a:ext cx="4526280" cy="0"/>
          </a:xfrm>
          <a:prstGeom prst="line"/>
          <a:noFill/>
          <a:ln w="9525" cap="flat" cmpd="sng" algn="ctr">
            <a:solidFill>
              <a:schemeClr val="accent2"/>
            </a:solidFill>
            <a:prstDash val="dash"/>
            <a:round/>
            <a:headEnd type="none" w="med" len="med"/>
            <a:tailEnd type="none" w="med" len="med"/>
          </a:ln>
          <a:effectLst/>
        </p:spPr>
        <p:txBody>
          <a:bodyPr anchor="t" bIns="45720" compatLnSpc="1" lIns="91440" rIns="91440" tIns="45720" vert="horz" wrap="square"/>
          <a:p>
            <a:endParaRPr dirty="0" kumimoji="0" lang="en-US"/>
          </a:p>
        </p:txBody>
      </p:sp>
      <p:sp>
        <p:nvSpPr>
          <p:cNvPr id="1048699"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700" name="Content Placeholder 11"/>
          <p:cNvSpPr>
            <a:spLocks noGrp="1"/>
          </p:cNvSpPr>
          <p:nvPr>
            <p:ph sz="quarter" idx="1"/>
          </p:nvPr>
        </p:nvSpPr>
        <p:spPr>
          <a:xfrm>
            <a:off x="304800" y="228600"/>
            <a:ext cx="5715000" cy="4286250"/>
          </a:xfrm>
        </p:spPr>
        <p:txBody>
          <a:bodyPr/>
          <a:p>
            <a:pPr eaLnBrk="1" hangingPunct="1" latinLnBrk="0" lvl="0"/>
            <a:r>
              <a:rPr lang="en-US"/>
              <a:t>Click to edit Master text styles</a:t>
            </a:r>
          </a:p>
          <a:p>
            <a:pPr eaLnBrk="1" hangingPunct="1" latinLnBrk="0" lvl="1"/>
            <a:r>
              <a:rPr lang="en-US"/>
              <a:t>Second level</a:t>
            </a:r>
          </a:p>
          <a:p>
            <a:pPr eaLnBrk="1" hangingPunct="1" latinLnBrk="0" lvl="2"/>
            <a:r>
              <a:rPr lang="en-US"/>
              <a:t>Third level</a:t>
            </a:r>
          </a:p>
          <a:p>
            <a:pPr eaLnBrk="1" hangingPunct="1" latinLnBrk="0" lvl="3"/>
            <a:r>
              <a:rPr lang="en-US"/>
              <a:t>Fourth level</a:t>
            </a:r>
          </a:p>
          <a:p>
            <a:pPr eaLnBrk="1" hangingPunct="1" latinLnBrk="0" lvl="4"/>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43" name=""/>
        <p:cNvGrpSpPr/>
        <p:nvPr/>
      </p:nvGrpSpPr>
      <p:grpSpPr>
        <a:xfrm>
          <a:off x="0" y="0"/>
          <a:ext cx="0" cy="0"/>
          <a:chOff x="0" y="0"/>
          <a:chExt cx="0" cy="0"/>
        </a:xfrm>
      </p:grpSpPr>
      <p:sp>
        <p:nvSpPr>
          <p:cNvPr id="1048666" name="Title 1"/>
          <p:cNvSpPr>
            <a:spLocks noGrp="1"/>
          </p:cNvSpPr>
          <p:nvPr>
            <p:ph type="title"/>
          </p:nvPr>
        </p:nvSpPr>
        <p:spPr>
          <a:xfrm>
            <a:off x="457200" y="375642"/>
            <a:ext cx="8229600" cy="506016"/>
          </a:xfrm>
          <a:ln>
            <a:solidFill>
              <a:schemeClr val="accent1"/>
            </a:solidFill>
          </a:ln>
        </p:spPr>
        <p:txBody>
          <a:bodyPr anchor="ctr" lIns="274320"/>
          <a:lstStyle>
            <a:lvl1pPr algn="r">
              <a:buNone/>
              <a:defRPr b="0" sz="2000">
                <a:solidFill>
                  <a:schemeClr val="tx1"/>
                </a:solidFill>
              </a:defRPr>
            </a:lvl1pPr>
          </a:lstStyle>
          <a:p>
            <a:r>
              <a:rPr kumimoji="0" lang="en-US"/>
              <a:t>Click to edit Master title style</a:t>
            </a:r>
          </a:p>
        </p:txBody>
      </p:sp>
      <p:sp>
        <p:nvSpPr>
          <p:cNvPr id="1048667" name="Picture Placeholder 2"/>
          <p:cNvSpPr>
            <a:spLocks noGrp="1"/>
          </p:cNvSpPr>
          <p:nvPr>
            <p:ph type="pic" idx="1"/>
          </p:nvPr>
        </p:nvSpPr>
        <p:spPr>
          <a:xfrm>
            <a:off x="457200" y="1428750"/>
            <a:ext cx="8229600" cy="3202686"/>
          </a:xfrm>
          <a:solidFill>
            <a:schemeClr val="tx1">
              <a:shade val="50000"/>
            </a:schemeClr>
          </a:solidFill>
          <a:ln>
            <a:noFill/>
          </a:ln>
          <a:effectLst/>
        </p:spPr>
        <p:txBody>
          <a:bodyPr/>
          <a:lstStyle>
            <a:lvl1pPr indent="0" marL="0">
              <a:spcBef>
                <a:spcPts val="600"/>
              </a:spcBef>
              <a:buNone/>
              <a:defRPr sz="3200"/>
            </a:lvl1pPr>
          </a:lstStyle>
          <a:p>
            <a:r>
              <a:rPr kumimoji="0" lang="en-US"/>
              <a:t>Click icon to add picture</a:t>
            </a:r>
            <a:endParaRPr dirty="0" kumimoji="0" lang="en-US"/>
          </a:p>
        </p:txBody>
      </p:sp>
      <p:sp>
        <p:nvSpPr>
          <p:cNvPr id="1048668" name="Text Placeholder 3"/>
          <p:cNvSpPr>
            <a:spLocks noGrp="1"/>
          </p:cNvSpPr>
          <p:nvPr>
            <p:ph type="body" sz="half" idx="2"/>
          </p:nvPr>
        </p:nvSpPr>
        <p:spPr>
          <a:xfrm>
            <a:off x="457200" y="914400"/>
            <a:ext cx="8229600" cy="400050"/>
          </a:xfrm>
        </p:spPr>
        <p:txBody>
          <a:bodyPr anchor="ctr" anchorCtr="0"/>
          <a:lstStyle>
            <a:lvl1pPr algn="l" indent="0" marL="0">
              <a:buFontTx/>
              <a:buNone/>
              <a:defRPr sz="1400"/>
            </a:lvl1pPr>
            <a:lvl2pPr>
              <a:defRPr sz="1200"/>
            </a:lvl2pPr>
            <a:lvl3pPr>
              <a:defRPr sz="1000"/>
            </a:lvl3pPr>
            <a:lvl4pPr>
              <a:defRPr sz="900"/>
            </a:lvl4pPr>
            <a:lvl5pPr>
              <a:defRPr sz="900"/>
            </a:lvl5pPr>
          </a:lstStyle>
          <a:p>
            <a:pPr eaLnBrk="1" hangingPunct="1" latinLnBrk="0" lvl="0"/>
            <a:r>
              <a:rPr kumimoji="0" lang="en-US"/>
              <a:t>Click to edit Master text styles</a:t>
            </a:r>
          </a:p>
        </p:txBody>
      </p:sp>
      <p:sp>
        <p:nvSpPr>
          <p:cNvPr id="1048669" name="Date Placeholder 4"/>
          <p:cNvSpPr>
            <a:spLocks noGrp="1"/>
          </p:cNvSpPr>
          <p:nvPr>
            <p:ph type="dt" sz="half" idx="10"/>
          </p:nvPr>
        </p:nvSpPr>
        <p:spPr/>
        <p:txBody>
          <a:bodyPr/>
          <a:p>
            <a:fld id="{92B82C2A-F4EA-4FD2-9C65-AE17918176A5}" type="datetime3">
              <a:rPr lang="en-US" smtClean="0"/>
              <a:t>28 August 2025</a:t>
            </a:fld>
            <a:endParaRPr dirty="0" lang="en-US"/>
          </a:p>
        </p:txBody>
      </p:sp>
      <p:sp>
        <p:nvSpPr>
          <p:cNvPr id="1048670" name="Footer Placeholder 5"/>
          <p:cNvSpPr>
            <a:spLocks noGrp="1"/>
          </p:cNvSpPr>
          <p:nvPr>
            <p:ph type="ftr" sz="quarter" idx="11"/>
          </p:nvPr>
        </p:nvSpPr>
        <p:spPr/>
        <p:txBody>
          <a:bodyPr/>
          <a:p>
            <a:r>
              <a:rPr lang="en-US"/>
              <a:t>EGB1201– JAVA PROGRAMMING –PROJECT REVIEW 1</a:t>
            </a:r>
            <a:endParaRPr dirty="0" lang="en-US"/>
          </a:p>
        </p:txBody>
      </p:sp>
      <p:sp>
        <p:nvSpPr>
          <p:cNvPr id="1048671" name="Slide Number Placeholder 6"/>
          <p:cNvSpPr>
            <a:spLocks noGrp="1"/>
          </p:cNvSpPr>
          <p:nvPr>
            <p:ph type="sldNum" sz="quarter" idx="12"/>
          </p:nvPr>
        </p:nvSpPr>
        <p:spPr/>
        <p:txBody>
          <a:bodyPr/>
          <a:p>
            <a:fld id="{7B93E55C-A662-4067-BE20-A4D82E579A38}" type="slidenum">
              <a:rPr altLang="en-US" lang="en-US" smtClean="0"/>
              <a:t>‹#›</a:t>
            </a:fld>
            <a:endParaRPr altLang="en-US" lang="en-US"/>
          </a:p>
        </p:txBody>
      </p:sp>
      <p:sp>
        <p:nvSpPr>
          <p:cNvPr id="1048672" name="Straight Connector 7"/>
          <p:cNvSpPr>
            <a:spLocks noChangeShapeType="1"/>
          </p:cNvSpPr>
          <p:nvPr/>
        </p:nvSpPr>
        <p:spPr bwMode="auto">
          <a:xfrm>
            <a:off x="457200" y="4764881"/>
            <a:ext cx="8229600" cy="0"/>
          </a:xfrm>
          <a:prstGeom prst="line"/>
          <a:noFill/>
          <a:ln w="9525" cap="flat" cmpd="sng" algn="ctr">
            <a:solidFill>
              <a:schemeClr val="accent2"/>
            </a:solidFill>
            <a:prstDash val="dash"/>
            <a:round/>
            <a:headEnd type="none" w="med" len="med"/>
            <a:tailEnd type="none" w="med" len="med"/>
          </a:ln>
          <a:effectLst/>
        </p:spPr>
        <p:txBody>
          <a:bodyPr anchor="t" bIns="45720" compatLnSpc="1" lIns="91440" rIns="91440" tIns="45720" vert="horz" wrap="square"/>
          <a:p>
            <a:endParaRPr kumimoji="0" lang="en-US"/>
          </a:p>
        </p:txBody>
      </p:sp>
      <p:sp>
        <p:nvSpPr>
          <p:cNvPr id="1048673" name="Isosceles Triangle 8"/>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674" name="Rectangle 9"/>
          <p:cNvSpPr/>
          <p:nvPr/>
        </p:nvSpPr>
        <p:spPr>
          <a:xfrm>
            <a:off x="457200" y="375642"/>
            <a:ext cx="182880" cy="514350"/>
          </a:xfrm>
          <a:prstGeom prst="rect"/>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Tree>
  </p:cSld>
  <p:clrMapOvr>
    <a:overrideClrMapping accent1="accent1" accent2="accent2" accent3="accent3" accent4="accent4" accent5="accent5" accent6="accent6" bg1="dk1" bg2="dk2" tx1="lt1" tx2="lt2"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44" name=""/>
        <p:cNvGrpSpPr/>
        <p:nvPr/>
      </p:nvGrpSpPr>
      <p:grpSpPr>
        <a:xfrm>
          <a:off x="0" y="0"/>
          <a:ext cx="0" cy="0"/>
          <a:chOff x="0" y="0"/>
          <a:chExt cx="0" cy="0"/>
        </a:xfrm>
      </p:grpSpPr>
      <p:sp>
        <p:nvSpPr>
          <p:cNvPr id="1048675" name="Title 1"/>
          <p:cNvSpPr>
            <a:spLocks noGrp="1"/>
          </p:cNvSpPr>
          <p:nvPr>
            <p:ph type="title"/>
          </p:nvPr>
        </p:nvSpPr>
        <p:spPr/>
        <p:txBody>
          <a:bodyPr/>
          <a:p>
            <a:r>
              <a:rPr kumimoji="0" lang="en-US"/>
              <a:t>Click to edit Master title style</a:t>
            </a:r>
          </a:p>
        </p:txBody>
      </p:sp>
      <p:sp>
        <p:nvSpPr>
          <p:cNvPr id="1048676" name="Vertical Text Placeholder 2"/>
          <p:cNvSpPr>
            <a:spLocks noGrp="1"/>
          </p:cNvSpPr>
          <p:nvPr>
            <p:ph type="body" orient="vert" idx="1"/>
          </p:nvPr>
        </p:nvSpPr>
        <p:spPr/>
        <p:txBody>
          <a:bodyPr vert="eaVert"/>
          <a:p>
            <a:pPr eaLnBrk="1" hangingPunct="1" latinLnBrk="0" lvl="0"/>
            <a:r>
              <a:rPr lang="en-US"/>
              <a:t>Click to edit Master text styles</a:t>
            </a:r>
          </a:p>
          <a:p>
            <a:pPr eaLnBrk="1" hangingPunct="1" latinLnBrk="0" lvl="1"/>
            <a:r>
              <a:rPr lang="en-US"/>
              <a:t>Second level</a:t>
            </a:r>
          </a:p>
          <a:p>
            <a:pPr eaLnBrk="1" hangingPunct="1" latinLnBrk="0" lvl="2"/>
            <a:r>
              <a:rPr lang="en-US"/>
              <a:t>Third level</a:t>
            </a:r>
          </a:p>
          <a:p>
            <a:pPr eaLnBrk="1" hangingPunct="1" latinLnBrk="0" lvl="3"/>
            <a:r>
              <a:rPr lang="en-US"/>
              <a:t>Fourth level</a:t>
            </a:r>
          </a:p>
          <a:p>
            <a:pPr eaLnBrk="1" hangingPunct="1" latinLnBrk="0" lvl="4"/>
            <a:r>
              <a:rPr lang="en-US"/>
              <a:t>Fifth level</a:t>
            </a:r>
            <a:endParaRPr kumimoji="0" lang="en-US"/>
          </a:p>
        </p:txBody>
      </p:sp>
      <p:sp>
        <p:nvSpPr>
          <p:cNvPr id="1048677" name="Date Placeholder 3"/>
          <p:cNvSpPr>
            <a:spLocks noGrp="1"/>
          </p:cNvSpPr>
          <p:nvPr>
            <p:ph type="dt" sz="half" idx="10"/>
          </p:nvPr>
        </p:nvSpPr>
        <p:spPr/>
        <p:txBody>
          <a:bodyPr/>
          <a:p>
            <a:fld id="{22F1BF47-276C-4408-827B-B99EA345EBEE}" type="datetime3">
              <a:rPr lang="en-US" smtClean="0"/>
              <a:t>28 August 2025</a:t>
            </a:fld>
            <a:endParaRPr dirty="0" lang="en-US"/>
          </a:p>
        </p:txBody>
      </p:sp>
      <p:sp>
        <p:nvSpPr>
          <p:cNvPr id="1048678" name="Footer Placeholder 4"/>
          <p:cNvSpPr>
            <a:spLocks noGrp="1"/>
          </p:cNvSpPr>
          <p:nvPr>
            <p:ph type="ftr" sz="quarter" idx="11"/>
          </p:nvPr>
        </p:nvSpPr>
        <p:spPr/>
        <p:txBody>
          <a:bodyPr/>
          <a:p>
            <a:r>
              <a:rPr lang="en-US"/>
              <a:t>EGB1201– JAVA PROGRAMMING –PROJECT REVIEW 1</a:t>
            </a:r>
            <a:endParaRPr dirty="0" lang="en-US"/>
          </a:p>
        </p:txBody>
      </p:sp>
      <p:sp>
        <p:nvSpPr>
          <p:cNvPr id="1048679" name="Slide Number Placeholder 5"/>
          <p:cNvSpPr>
            <a:spLocks noGrp="1"/>
          </p:cNvSpPr>
          <p:nvPr>
            <p:ph type="sldNum" sz="quarter" idx="12"/>
          </p:nvPr>
        </p:nvSpPr>
        <p:spPr/>
        <p:txBody>
          <a:bodyPr/>
          <a:p>
            <a:fld id="{9A0C11DA-FA02-4E33-93FC-C378FAF95FBA}" type="slidenum">
              <a:rPr altLang="en-US" lang="en-US" smtClean="0"/>
              <a:t>‹#›</a:t>
            </a:fld>
            <a:endParaRPr altLang="en-US"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42" name=""/>
        <p:cNvGrpSpPr/>
        <p:nvPr/>
      </p:nvGrpSpPr>
      <p:grpSpPr>
        <a:xfrm>
          <a:off x="0" y="0"/>
          <a:ext cx="0" cy="0"/>
          <a:chOff x="0" y="0"/>
          <a:chExt cx="0" cy="0"/>
        </a:xfrm>
      </p:grpSpPr>
      <p:sp>
        <p:nvSpPr>
          <p:cNvPr id="1048658" name="Vertical Title 1"/>
          <p:cNvSpPr>
            <a:spLocks noGrp="1"/>
          </p:cNvSpPr>
          <p:nvPr>
            <p:ph type="title" orient="vert"/>
          </p:nvPr>
        </p:nvSpPr>
        <p:spPr>
          <a:xfrm>
            <a:off x="6629400" y="205979"/>
            <a:ext cx="2057400" cy="4388644"/>
          </a:xfrm>
        </p:spPr>
        <p:txBody>
          <a:bodyPr vert="eaVert"/>
          <a:p>
            <a:r>
              <a:rPr kumimoji="0" lang="en-US"/>
              <a:t>Click to edit Master title style</a:t>
            </a:r>
          </a:p>
        </p:txBody>
      </p:sp>
      <p:sp>
        <p:nvSpPr>
          <p:cNvPr id="1048659" name="Vertical Text Placeholder 2"/>
          <p:cNvSpPr>
            <a:spLocks noGrp="1"/>
          </p:cNvSpPr>
          <p:nvPr>
            <p:ph type="body" orient="vert" idx="1"/>
          </p:nvPr>
        </p:nvSpPr>
        <p:spPr>
          <a:xfrm>
            <a:off x="457200" y="205979"/>
            <a:ext cx="6019800" cy="4388644"/>
          </a:xfrm>
        </p:spPr>
        <p:txBody>
          <a:bodyPr vert="eaVert"/>
          <a:p>
            <a:pPr eaLnBrk="1" hangingPunct="1" latinLnBrk="0" lvl="0"/>
            <a:r>
              <a:rPr lang="en-US"/>
              <a:t>Click to edit Master text styles</a:t>
            </a:r>
          </a:p>
          <a:p>
            <a:pPr eaLnBrk="1" hangingPunct="1" latinLnBrk="0" lvl="1"/>
            <a:r>
              <a:rPr lang="en-US"/>
              <a:t>Second level</a:t>
            </a:r>
          </a:p>
          <a:p>
            <a:pPr eaLnBrk="1" hangingPunct="1" latinLnBrk="0" lvl="2"/>
            <a:r>
              <a:rPr lang="en-US"/>
              <a:t>Third level</a:t>
            </a:r>
          </a:p>
          <a:p>
            <a:pPr eaLnBrk="1" hangingPunct="1" latinLnBrk="0" lvl="3"/>
            <a:r>
              <a:rPr lang="en-US"/>
              <a:t>Fourth level</a:t>
            </a:r>
          </a:p>
          <a:p>
            <a:pPr eaLnBrk="1" hangingPunct="1" latinLnBrk="0" lvl="4"/>
            <a:r>
              <a:rPr lang="en-US"/>
              <a:t>Fifth level</a:t>
            </a:r>
            <a:endParaRPr kumimoji="0" lang="en-US"/>
          </a:p>
        </p:txBody>
      </p:sp>
      <p:sp>
        <p:nvSpPr>
          <p:cNvPr id="1048660" name="Date Placeholder 3"/>
          <p:cNvSpPr>
            <a:spLocks noGrp="1"/>
          </p:cNvSpPr>
          <p:nvPr>
            <p:ph type="dt" sz="half" idx="10"/>
          </p:nvPr>
        </p:nvSpPr>
        <p:spPr/>
        <p:txBody>
          <a:bodyPr/>
          <a:p>
            <a:fld id="{958970DF-5BBF-487C-BE7C-CE5D5EF162FB}" type="datetime3">
              <a:rPr lang="en-US" smtClean="0"/>
              <a:t>28 August 2025</a:t>
            </a:fld>
            <a:endParaRPr dirty="0" lang="en-US"/>
          </a:p>
        </p:txBody>
      </p:sp>
      <p:sp>
        <p:nvSpPr>
          <p:cNvPr id="1048661" name="Footer Placeholder 4"/>
          <p:cNvSpPr>
            <a:spLocks noGrp="1"/>
          </p:cNvSpPr>
          <p:nvPr>
            <p:ph type="ftr" sz="quarter" idx="11"/>
          </p:nvPr>
        </p:nvSpPr>
        <p:spPr/>
        <p:txBody>
          <a:bodyPr/>
          <a:p>
            <a:r>
              <a:rPr lang="en-US"/>
              <a:t>EGB1201– JAVA PROGRAMMING –PROJECT REVIEW 1</a:t>
            </a:r>
            <a:endParaRPr dirty="0" lang="en-US"/>
          </a:p>
        </p:txBody>
      </p:sp>
      <p:sp>
        <p:nvSpPr>
          <p:cNvPr id="1048662" name="Slide Number Placeholder 5"/>
          <p:cNvSpPr>
            <a:spLocks noGrp="1"/>
          </p:cNvSpPr>
          <p:nvPr>
            <p:ph type="sldNum" sz="quarter" idx="12"/>
          </p:nvPr>
        </p:nvSpPr>
        <p:spPr/>
        <p:txBody>
          <a:bodyPr/>
          <a:p>
            <a:fld id="{B1E085C4-C07B-4C80-B337-90438D59D3CD}" type="slidenum">
              <a:rPr altLang="en-US" lang="en-US" smtClean="0"/>
              <a:t>‹#›</a:t>
            </a:fld>
            <a:endParaRPr altLang="en-US" lang="en-US"/>
          </a:p>
        </p:txBody>
      </p:sp>
      <p:sp>
        <p:nvSpPr>
          <p:cNvPr id="1048663" name="Straight Connector 6"/>
          <p:cNvSpPr>
            <a:spLocks noChangeShapeType="1"/>
          </p:cNvSpPr>
          <p:nvPr/>
        </p:nvSpPr>
        <p:spPr bwMode="auto">
          <a:xfrm>
            <a:off x="457200" y="4764881"/>
            <a:ext cx="8229600" cy="0"/>
          </a:xfrm>
          <a:prstGeom prst="line"/>
          <a:noFill/>
          <a:ln w="9525" cap="flat" cmpd="sng" algn="ctr">
            <a:solidFill>
              <a:schemeClr val="accent2"/>
            </a:solidFill>
            <a:prstDash val="dash"/>
            <a:round/>
            <a:headEnd type="none" w="med" len="med"/>
            <a:tailEnd type="none" w="med" len="med"/>
          </a:ln>
          <a:effectLst/>
        </p:spPr>
        <p:txBody>
          <a:bodyPr anchor="t" bIns="45720" compatLnSpc="1" lIns="91440" rIns="91440" tIns="45720" vert="horz" wrap="square"/>
          <a:p>
            <a:endParaRPr kumimoji="0" lang="en-US"/>
          </a:p>
        </p:txBody>
      </p:sp>
      <p:sp>
        <p:nvSpPr>
          <p:cNvPr id="1048664" name="Isosceles Triangle 7"/>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665" name="Straight Connector 8"/>
          <p:cNvSpPr>
            <a:spLocks noChangeShapeType="1"/>
          </p:cNvSpPr>
          <p:nvPr/>
        </p:nvSpPr>
        <p:spPr bwMode="auto">
          <a:xfrm rot="5400000">
            <a:off x="4361127" y="2401464"/>
            <a:ext cx="4389120" cy="0"/>
          </a:xfrm>
          <a:prstGeom prst="line"/>
          <a:noFill/>
          <a:ln w="9525" cap="flat" cmpd="sng" algn="ctr">
            <a:solidFill>
              <a:schemeClr val="accent2"/>
            </a:solidFill>
            <a:prstDash val="dash"/>
            <a:round/>
            <a:headEnd type="none" w="med" len="med"/>
            <a:tailEnd type="none" w="med" len="med"/>
          </a:ln>
          <a:effectLst/>
        </p:spPr>
        <p:txBody>
          <a:bodyPr anchor="t" bIns="45720" compatLnSpc="1" lIns="91440" rIns="91440" tIns="45720" vert="horz" wrap="squar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jpeg"/><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dpi="0">
          <a:blip xmlns:r="http://schemas.openxmlformats.org/officeDocument/2006/relationships" r:embed="rId12" cstate="print">
            <a:alphaModFix amt="29000"/>
            <a:lum/>
          </a:blip>
          <a:srcRect/>
          <a:tile algn="tl" flip="none" sx="100000" sy="100000" tx="0" ty="0"/>
        </a:blipFill>
        <a:effectLst/>
      </p:bgPr>
    </p:bg>
    <p:spTree>
      <p:nvGrpSpPr>
        <p:cNvPr id="11" name=""/>
        <p:cNvGrpSpPr/>
        <p:nvPr/>
      </p:nvGrpSpPr>
      <p:grpSpPr>
        <a:xfrm>
          <a:off x="0" y="0"/>
          <a:ext cx="0" cy="0"/>
          <a:chOff x="0" y="0"/>
          <a:chExt cx="0" cy="0"/>
        </a:xfrm>
      </p:grpSpPr>
      <p:sp>
        <p:nvSpPr>
          <p:cNvPr id="1048576" name="Title Placeholder 21"/>
          <p:cNvSpPr>
            <a:spLocks noGrp="1"/>
          </p:cNvSpPr>
          <p:nvPr>
            <p:ph type="title"/>
          </p:nvPr>
        </p:nvSpPr>
        <p:spPr>
          <a:xfrm>
            <a:off x="457200" y="114300"/>
            <a:ext cx="8229600" cy="742950"/>
          </a:xfrm>
          <a:prstGeom prst="rect"/>
        </p:spPr>
        <p:txBody>
          <a:bodyPr anchor="b" anchorCtr="0" vert="horz">
            <a:normAutofit/>
          </a:bodyPr>
          <a:p>
            <a:r>
              <a:rPr kumimoji="0" lang="en-US"/>
              <a:t>Click to edit Master title style</a:t>
            </a:r>
          </a:p>
        </p:txBody>
      </p:sp>
      <p:sp>
        <p:nvSpPr>
          <p:cNvPr id="1048577" name="Text Placeholder 12"/>
          <p:cNvSpPr>
            <a:spLocks noGrp="1"/>
          </p:cNvSpPr>
          <p:nvPr>
            <p:ph type="body" idx="1"/>
          </p:nvPr>
        </p:nvSpPr>
        <p:spPr>
          <a:xfrm>
            <a:off x="457200" y="914400"/>
            <a:ext cx="8229600" cy="3682746"/>
          </a:xfrm>
          <a:prstGeom prst="rect"/>
        </p:spPr>
        <p:txBody>
          <a:bodyPr vert="horz">
            <a:normAutofit/>
          </a:bodyPr>
          <a:p>
            <a:pPr eaLnBrk="1" hangingPunct="1" latinLnBrk="0" lvl="0"/>
            <a:r>
              <a:rPr kumimoji="0" lang="en-US"/>
              <a:t>Click to edit Master text styles</a:t>
            </a:r>
          </a:p>
          <a:p>
            <a:pPr eaLnBrk="1" hangingPunct="1" latinLnBrk="0" lvl="1"/>
            <a:r>
              <a:rPr kumimoji="0" lang="en-US"/>
              <a:t>Second level</a:t>
            </a:r>
          </a:p>
          <a:p>
            <a:pPr eaLnBrk="1" hangingPunct="1" latinLnBrk="0" lvl="2"/>
            <a:r>
              <a:rPr kumimoji="0" lang="en-US"/>
              <a:t>Third level</a:t>
            </a:r>
          </a:p>
          <a:p>
            <a:pPr eaLnBrk="1" hangingPunct="1" latinLnBrk="0" lvl="3"/>
            <a:r>
              <a:rPr kumimoji="0" lang="en-US"/>
              <a:t>Fourth level</a:t>
            </a:r>
          </a:p>
          <a:p>
            <a:pPr eaLnBrk="1" hangingPunct="1" latinLnBrk="0" lvl="4"/>
            <a:r>
              <a:rPr kumimoji="0" lang="en-US"/>
              <a:t>Fifth level</a:t>
            </a:r>
          </a:p>
        </p:txBody>
      </p:sp>
      <p:sp>
        <p:nvSpPr>
          <p:cNvPr id="1048578" name="Date Placeholder 13"/>
          <p:cNvSpPr>
            <a:spLocks noGrp="1"/>
          </p:cNvSpPr>
          <p:nvPr>
            <p:ph type="dt" sz="half" idx="2"/>
          </p:nvPr>
        </p:nvSpPr>
        <p:spPr>
          <a:xfrm>
            <a:off x="6400800" y="4767263"/>
            <a:ext cx="2289048" cy="274320"/>
          </a:xfrm>
          <a:prstGeom prst="rect"/>
        </p:spPr>
        <p:txBody>
          <a:bodyPr vert="horz"/>
          <a:lstStyle>
            <a:lvl1pPr algn="l" eaLnBrk="1" hangingPunct="1" latinLnBrk="0">
              <a:defRPr sz="1400" kumimoji="0">
                <a:solidFill>
                  <a:schemeClr val="tx2"/>
                </a:solidFill>
              </a:defRPr>
            </a:lvl1pPr>
          </a:lstStyle>
          <a:p>
            <a:fld id="{CF08F142-D0E8-446A-8B53-15A419F98428}" type="datetime3">
              <a:rPr lang="en-US" smtClean="0"/>
              <a:t>28 August 2025</a:t>
            </a:fld>
            <a:endParaRPr dirty="0" lang="en-US"/>
          </a:p>
        </p:txBody>
      </p:sp>
      <p:sp>
        <p:nvSpPr>
          <p:cNvPr id="1048579" name="Footer Placeholder 2"/>
          <p:cNvSpPr>
            <a:spLocks noGrp="1"/>
          </p:cNvSpPr>
          <p:nvPr>
            <p:ph type="ftr" sz="quarter" idx="3"/>
          </p:nvPr>
        </p:nvSpPr>
        <p:spPr>
          <a:xfrm>
            <a:off x="2898648" y="4767263"/>
            <a:ext cx="3505200" cy="274320"/>
          </a:xfrm>
          <a:prstGeom prst="rect"/>
        </p:spPr>
        <p:txBody>
          <a:bodyPr vert="horz"/>
          <a:lstStyle>
            <a:lvl1pPr algn="r" eaLnBrk="1" hangingPunct="1" latinLnBrk="0">
              <a:defRPr sz="1400" kumimoji="0">
                <a:solidFill>
                  <a:schemeClr val="tx2"/>
                </a:solidFill>
              </a:defRPr>
            </a:lvl1pPr>
          </a:lstStyle>
          <a:p>
            <a:r>
              <a:rPr lang="en-US"/>
              <a:t>EGB1201– JAVA PROGRAMMING –PROJECT REVIEW 1</a:t>
            </a:r>
            <a:endParaRPr dirty="0" lang="en-US"/>
          </a:p>
        </p:txBody>
      </p:sp>
      <p:sp>
        <p:nvSpPr>
          <p:cNvPr id="1048580" name="Slide Number Placeholder 22"/>
          <p:cNvSpPr>
            <a:spLocks noGrp="1"/>
          </p:cNvSpPr>
          <p:nvPr>
            <p:ph type="sldNum" sz="quarter" idx="4"/>
          </p:nvPr>
        </p:nvSpPr>
        <p:spPr>
          <a:xfrm>
            <a:off x="612648" y="4767263"/>
            <a:ext cx="1981200" cy="274320"/>
          </a:xfrm>
          <a:prstGeom prst="rect"/>
        </p:spPr>
        <p:txBody>
          <a:bodyPr vert="horz"/>
          <a:lstStyle>
            <a:lvl1pPr algn="l" eaLnBrk="1" hangingPunct="1" latinLnBrk="0">
              <a:defRPr sz="1400" kumimoji="0">
                <a:solidFill>
                  <a:schemeClr val="tx2"/>
                </a:solidFill>
              </a:defRPr>
            </a:lvl1pPr>
          </a:lstStyle>
          <a:p>
            <a:fld id="{D78D2778-B29C-49DB-A26C-44F5760A332D}" type="slidenum">
              <a:rPr altLang="en-US" lang="en-US" smtClean="0"/>
              <a:t>‹#›</a:t>
            </a:fld>
            <a:endParaRPr altLang="en-US" lang="en-US"/>
          </a:p>
        </p:txBody>
      </p:sp>
      <p:sp>
        <p:nvSpPr>
          <p:cNvPr id="1048581" name="Straight Connector 27"/>
          <p:cNvSpPr>
            <a:spLocks noChangeShapeType="1"/>
          </p:cNvSpPr>
          <p:nvPr/>
        </p:nvSpPr>
        <p:spPr bwMode="auto">
          <a:xfrm>
            <a:off x="457200" y="4764881"/>
            <a:ext cx="8229600" cy="0"/>
          </a:xfrm>
          <a:prstGeom prst="line"/>
          <a:noFill/>
          <a:ln w="9525" cap="flat" cmpd="sng" algn="ctr">
            <a:solidFill>
              <a:schemeClr val="accent2"/>
            </a:solidFill>
            <a:prstDash val="dash"/>
            <a:round/>
            <a:headEnd type="none" w="med" len="med"/>
            <a:tailEnd type="none" w="med" len="med"/>
          </a:ln>
          <a:effectLst/>
        </p:spPr>
        <p:txBody>
          <a:bodyPr anchor="t" bIns="45720" compatLnSpc="1" lIns="91440" rIns="91440" tIns="45720" vert="horz" wrap="square"/>
          <a:p>
            <a:endParaRPr kumimoji="0" lang="en-US"/>
          </a:p>
        </p:txBody>
      </p:sp>
      <p:sp>
        <p:nvSpPr>
          <p:cNvPr id="1048582" name="Straight Connector 28"/>
          <p:cNvSpPr>
            <a:spLocks noChangeShapeType="1"/>
          </p:cNvSpPr>
          <p:nvPr/>
        </p:nvSpPr>
        <p:spPr bwMode="auto">
          <a:xfrm>
            <a:off x="457200" y="857250"/>
            <a:ext cx="8229600" cy="0"/>
          </a:xfrm>
          <a:prstGeom prst="line"/>
          <a:noFill/>
          <a:ln w="9525" cap="flat" cmpd="sng" algn="ctr">
            <a:solidFill>
              <a:schemeClr val="accent2"/>
            </a:solidFill>
            <a:prstDash val="dash"/>
            <a:round/>
            <a:headEnd type="none" w="med" len="med"/>
            <a:tailEnd type="none" w="med" len="med"/>
          </a:ln>
          <a:effectLst/>
        </p:spPr>
        <p:txBody>
          <a:bodyPr anchor="t" bIns="45720" compatLnSpc="1" lIns="91440" rIns="91440" tIns="45720" vert="horz" wrap="square"/>
          <a:p>
            <a:endParaRPr kumimoji="0" lang="en-US"/>
          </a:p>
        </p:txBody>
      </p:sp>
      <p:sp>
        <p:nvSpPr>
          <p:cNvPr id="1048583" name="Isosceles Triangle 9"/>
          <p:cNvSpPr>
            <a:spLocks noChangeAspect="1"/>
          </p:cNvSpPr>
          <p:nvPr/>
        </p:nvSpPr>
        <p:spPr>
          <a:xfrm rot="5400000">
            <a:off x="442957" y="4835567"/>
            <a:ext cx="143137"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Tree>
  </p:cSld>
  <p:clrMap accent1="accent1" accent2="accent2" accent3="accent3" accent4="accent4" accent5="accent5" accent6="accent6" bg1="lt1" bg2="lt2" tx1="dk1" tx2="dk2"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dt="0" ftr="1" hdr="0" sldNum="1"/>
  <p:txStyles>
    <p:titleStyle>
      <a:lvl1pPr algn="l" eaLnBrk="1" hangingPunct="1" latinLnBrk="0" rtl="0">
        <a:spcBef>
          <a:spcPct val="0"/>
        </a:spcBef>
        <a:buNone/>
        <a:defRPr sz="3200" kern="1200" kumimoji="0">
          <a:solidFill>
            <a:schemeClr val="tx2"/>
          </a:solidFill>
          <a:latin typeface="+mj-lt"/>
          <a:ea typeface="+mj-ea"/>
          <a:cs typeface="+mj-cs"/>
        </a:defRPr>
      </a:lvl1pPr>
    </p:titleStyle>
    <p:bodyStyle>
      <a:lvl1pPr algn="l" eaLnBrk="1" hangingPunct="1" indent="-274320" latinLnBrk="0" marL="274320" rtl="0">
        <a:spcBef>
          <a:spcPts val="600"/>
        </a:spcBef>
        <a:buClr>
          <a:schemeClr val="accent1"/>
        </a:buClr>
        <a:buSzPct val="76000"/>
        <a:buFont typeface="Wingdings 3"/>
        <a:buChar char=""/>
        <a:defRPr sz="2600" kern="1200" kumimoji="0">
          <a:solidFill>
            <a:schemeClr val="tx1"/>
          </a:solidFill>
          <a:latin typeface="+mn-lt"/>
          <a:ea typeface="+mn-ea"/>
          <a:cs typeface="+mn-cs"/>
        </a:defRPr>
      </a:lvl1pPr>
      <a:lvl2pPr algn="l" eaLnBrk="1" hangingPunct="1" indent="-274320" latinLnBrk="0" marL="548640" rtl="0">
        <a:spcBef>
          <a:spcPts val="500"/>
        </a:spcBef>
        <a:buClr>
          <a:schemeClr val="accent2"/>
        </a:buClr>
        <a:buSzPct val="76000"/>
        <a:buFont typeface="Wingdings 3"/>
        <a:buChar char=""/>
        <a:defRPr sz="2300" kern="1200" kumimoji="0">
          <a:solidFill>
            <a:schemeClr val="tx2"/>
          </a:solidFill>
          <a:latin typeface="+mn-lt"/>
          <a:ea typeface="+mn-ea"/>
          <a:cs typeface="+mn-cs"/>
        </a:defRPr>
      </a:lvl2pPr>
      <a:lvl3pPr algn="l" eaLnBrk="1" hangingPunct="1" indent="-228600" latinLnBrk="0" marL="822960" rtl="0">
        <a:spcBef>
          <a:spcPts val="500"/>
        </a:spcBef>
        <a:buClr>
          <a:schemeClr val="bg1">
            <a:shade val="50000"/>
          </a:schemeClr>
        </a:buClr>
        <a:buSzPct val="76000"/>
        <a:buFont typeface="Wingdings 3"/>
        <a:buChar char=""/>
        <a:defRPr sz="2000" kern="1200" kumimoji="0">
          <a:solidFill>
            <a:schemeClr val="tx1"/>
          </a:solidFill>
          <a:latin typeface="+mn-lt"/>
          <a:ea typeface="+mn-ea"/>
          <a:cs typeface="+mn-cs"/>
        </a:defRPr>
      </a:lvl3pPr>
      <a:lvl4pPr algn="l" eaLnBrk="1" hangingPunct="1" indent="-228600" latinLnBrk="0" marL="1097280" rtl="0">
        <a:spcBef>
          <a:spcPts val="400"/>
        </a:spcBef>
        <a:buClr>
          <a:schemeClr val="accent2">
            <a:shade val="75000"/>
          </a:schemeClr>
        </a:buClr>
        <a:buSzPct val="70000"/>
        <a:buFont typeface="Wingdings"/>
        <a:buChar char=""/>
        <a:defRPr sz="1800" kern="1200" kumimoji="0">
          <a:solidFill>
            <a:schemeClr val="tx1"/>
          </a:solidFill>
          <a:latin typeface="+mn-lt"/>
          <a:ea typeface="+mn-ea"/>
          <a:cs typeface="+mn-cs"/>
        </a:defRPr>
      </a:lvl4pPr>
      <a:lvl5pPr algn="l" eaLnBrk="1" hangingPunct="1" indent="-228600" latinLnBrk="0" marL="1371600" rtl="0">
        <a:spcBef>
          <a:spcPts val="300"/>
        </a:spcBef>
        <a:buClr>
          <a:schemeClr val="accent2"/>
        </a:buClr>
        <a:buSzPct val="70000"/>
        <a:buFont typeface="Wingdings"/>
        <a:buChar char=""/>
        <a:defRPr sz="1600" kern="1200" kumimoji="0">
          <a:solidFill>
            <a:schemeClr val="tx1"/>
          </a:solidFill>
          <a:latin typeface="+mn-lt"/>
          <a:ea typeface="+mn-ea"/>
          <a:cs typeface="+mn-cs"/>
        </a:defRPr>
      </a:lvl5pPr>
      <a:lvl6pPr algn="l" eaLnBrk="1" hangingPunct="1" indent="-182880" latinLnBrk="0" marL="1645920" rtl="0">
        <a:spcBef>
          <a:spcPts val="300"/>
        </a:spcBef>
        <a:buClr>
          <a:srgbClr val="9FB8CD">
            <a:shade val="75000"/>
          </a:srgbClr>
        </a:buClr>
        <a:buSzPct val="75000"/>
        <a:buFont typeface="Wingdings 3"/>
        <a:buChar char=""/>
        <a:defRPr sz="1600" kern="1200" kumimoji="0" lang="en-US" smtClean="0">
          <a:solidFill>
            <a:schemeClr val="tx1"/>
          </a:solidFill>
          <a:latin typeface="+mn-lt"/>
          <a:ea typeface="+mn-ea"/>
          <a:cs typeface="+mn-cs"/>
        </a:defRPr>
      </a:lvl6pPr>
      <a:lvl7pPr algn="l" eaLnBrk="1" hangingPunct="1" indent="-182880" latinLnBrk="0" marL="1828800" rtl="0">
        <a:spcBef>
          <a:spcPts val="300"/>
        </a:spcBef>
        <a:buClr>
          <a:srgbClr val="727CA3">
            <a:shade val="75000"/>
          </a:srgbClr>
        </a:buClr>
        <a:buSzPct val="75000"/>
        <a:buFont typeface="Wingdings 3"/>
        <a:buChar char=""/>
        <a:defRPr sz="1400" kern="1200" kumimoji="0" lang="en-US" smtClean="0">
          <a:solidFill>
            <a:schemeClr val="tx1"/>
          </a:solidFill>
          <a:latin typeface="+mn-lt"/>
          <a:ea typeface="+mn-ea"/>
          <a:cs typeface="+mn-cs"/>
        </a:defRPr>
      </a:lvl7pPr>
      <a:lvl8pPr algn="l" eaLnBrk="1" hangingPunct="1" indent="-182880" latinLnBrk="0" marL="2011680" rtl="0">
        <a:spcBef>
          <a:spcPts val="300"/>
        </a:spcBef>
        <a:buClr>
          <a:prstClr val="white">
            <a:shade val="50000"/>
          </a:prstClr>
        </a:buClr>
        <a:buSzPct val="75000"/>
        <a:buFont typeface="Wingdings 3"/>
        <a:buChar char=""/>
        <a:defRPr sz="1400" kern="1200" kumimoji="0" lang="en-US" smtClean="0">
          <a:solidFill>
            <a:schemeClr val="tx1"/>
          </a:solidFill>
          <a:latin typeface="+mn-lt"/>
          <a:ea typeface="+mn-ea"/>
          <a:cs typeface="+mn-cs"/>
        </a:defRPr>
      </a:lvl8pPr>
      <a:lvl9pPr algn="l" eaLnBrk="1" hangingPunct="1" indent="-182880" latinLnBrk="0" marL="2194560" rtl="0">
        <a:spcBef>
          <a:spcPts val="300"/>
        </a:spcBef>
        <a:buClr>
          <a:srgbClr val="9FB8CD"/>
        </a:buClr>
        <a:buSzPct val="75000"/>
        <a:buFont typeface="Wingdings 3"/>
        <a:buChar char=""/>
        <a:defRPr sz="1200" kern="1200" kumimoji="0" lang="en-US" smtClean="0">
          <a:solidFill>
            <a:schemeClr val="tx1"/>
          </a:solidFill>
          <a:latin typeface="+mn-lt"/>
          <a:ea typeface="+mn-ea"/>
          <a:cs typeface="+mn-cs"/>
        </a:defRPr>
      </a:lvl9pPr>
    </p:bodyStyle>
    <p:otherStyle>
      <a:lvl1pPr algn="l" eaLnBrk="1" hangingPunct="1" latinLnBrk="0" marL="0" rtl="0">
        <a:defRPr kern="1200" kumimoji="0">
          <a:solidFill>
            <a:schemeClr val="tx1"/>
          </a:solidFill>
          <a:latin typeface="+mn-lt"/>
          <a:ea typeface="+mn-ea"/>
          <a:cs typeface="+mn-cs"/>
        </a:defRPr>
      </a:lvl1pPr>
      <a:lvl2pPr algn="l" eaLnBrk="1" hangingPunct="1" latinLnBrk="0" marL="457200" rtl="0">
        <a:defRPr kern="1200" kumimoji="0">
          <a:solidFill>
            <a:schemeClr val="tx1"/>
          </a:solidFill>
          <a:latin typeface="+mn-lt"/>
          <a:ea typeface="+mn-ea"/>
          <a:cs typeface="+mn-cs"/>
        </a:defRPr>
      </a:lvl2pPr>
      <a:lvl3pPr algn="l" eaLnBrk="1" hangingPunct="1" latinLnBrk="0" marL="914400" rtl="0">
        <a:defRPr kern="1200" kumimoji="0">
          <a:solidFill>
            <a:schemeClr val="tx1"/>
          </a:solidFill>
          <a:latin typeface="+mn-lt"/>
          <a:ea typeface="+mn-ea"/>
          <a:cs typeface="+mn-cs"/>
        </a:defRPr>
      </a:lvl3pPr>
      <a:lvl4pPr algn="l" eaLnBrk="1" hangingPunct="1" latinLnBrk="0" marL="1371600" rtl="0">
        <a:defRPr kern="1200" kumimoji="0">
          <a:solidFill>
            <a:schemeClr val="tx1"/>
          </a:solidFill>
          <a:latin typeface="+mn-lt"/>
          <a:ea typeface="+mn-ea"/>
          <a:cs typeface="+mn-cs"/>
        </a:defRPr>
      </a:lvl4pPr>
      <a:lvl5pPr algn="l" eaLnBrk="1" hangingPunct="1" latinLnBrk="0" marL="1828800" rtl="0">
        <a:defRPr kern="1200" kumimoji="0">
          <a:solidFill>
            <a:schemeClr val="tx1"/>
          </a:solidFill>
          <a:latin typeface="+mn-lt"/>
          <a:ea typeface="+mn-ea"/>
          <a:cs typeface="+mn-cs"/>
        </a:defRPr>
      </a:lvl5pPr>
      <a:lvl6pPr algn="l" eaLnBrk="1" hangingPunct="1" latinLnBrk="0" marL="2286000" rtl="0">
        <a:defRPr kern="1200" kumimoji="0">
          <a:solidFill>
            <a:schemeClr val="tx1"/>
          </a:solidFill>
          <a:latin typeface="+mn-lt"/>
          <a:ea typeface="+mn-ea"/>
          <a:cs typeface="+mn-cs"/>
        </a:defRPr>
      </a:lvl6pPr>
      <a:lvl7pPr algn="l" eaLnBrk="1" hangingPunct="1" latinLnBrk="0" marL="2743200" rtl="0">
        <a:defRPr kern="1200" kumimoji="0">
          <a:solidFill>
            <a:schemeClr val="tx1"/>
          </a:solidFill>
          <a:latin typeface="+mn-lt"/>
          <a:ea typeface="+mn-ea"/>
          <a:cs typeface="+mn-cs"/>
        </a:defRPr>
      </a:lvl7pPr>
      <a:lvl8pPr algn="l" eaLnBrk="1" hangingPunct="1" latinLnBrk="0" marL="3200400" rtl="0">
        <a:defRPr kern="1200" kumimoji="0">
          <a:solidFill>
            <a:schemeClr val="tx1"/>
          </a:solidFill>
          <a:latin typeface="+mn-lt"/>
          <a:ea typeface="+mn-ea"/>
          <a:cs typeface="+mn-cs"/>
        </a:defRPr>
      </a:lvl8pPr>
      <a:lvl9pPr algn="l" eaLnBrk="1" hangingPunct="1" latinLnBrk="0" marL="3657600" rtl="0">
        <a:defRPr kern="1200" kumimoji="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90" name="Title 1"/>
          <p:cNvSpPr>
            <a:spLocks noGrp="1"/>
          </p:cNvSpPr>
          <p:nvPr>
            <p:ph type="title"/>
          </p:nvPr>
        </p:nvSpPr>
        <p:spPr>
          <a:xfrm>
            <a:off x="0" y="1"/>
            <a:ext cx="9144000" cy="1052513"/>
          </a:xfrm>
          <a:solidFill>
            <a:schemeClr val="bg2">
              <a:lumMod val="75000"/>
            </a:schemeClr>
          </a:solidFill>
          <a:ln>
            <a:solidFill>
              <a:schemeClr val="tx1"/>
            </a:solidFill>
          </a:ln>
        </p:spPr>
        <p:txBody>
          <a:bodyPr>
            <a:normAutofit/>
          </a:bodyPr>
          <a:p>
            <a:pPr algn="ctr"/>
            <a:r>
              <a:rPr b="1" dirty="0" sz="2800" lang="en-IN">
                <a:solidFill>
                  <a:schemeClr val="tx1"/>
                </a:solidFill>
                <a:latin typeface="Times New Roman" pitchFamily="18" charset="0"/>
                <a:cs typeface="Times New Roman" pitchFamily="18" charset="0"/>
              </a:rPr>
              <a:t>EGB1201 – JAVA PROGRAMMING</a:t>
            </a:r>
            <a:br>
              <a:rPr b="1" dirty="0" sz="2800" lang="en-IN">
                <a:solidFill>
                  <a:schemeClr val="tx1"/>
                </a:solidFill>
                <a:latin typeface="Times New Roman" pitchFamily="18" charset="0"/>
                <a:cs typeface="Times New Roman" pitchFamily="18" charset="0"/>
              </a:rPr>
            </a:br>
            <a:r>
              <a:rPr b="1" dirty="0" sz="2800" lang="en-IN">
                <a:solidFill>
                  <a:schemeClr val="tx1"/>
                </a:solidFill>
                <a:latin typeface="Times New Roman" pitchFamily="18" charset="0"/>
                <a:cs typeface="Times New Roman" pitchFamily="18" charset="0"/>
              </a:rPr>
              <a:t>PROJECT REVIEW-0</a:t>
            </a:r>
          </a:p>
        </p:txBody>
      </p:sp>
      <p:sp>
        <p:nvSpPr>
          <p:cNvPr id="1048591" name="Footer Placeholder 4"/>
          <p:cNvSpPr txBox="1"/>
          <p:nvPr/>
        </p:nvSpPr>
        <p:spPr>
          <a:xfrm>
            <a:off x="755725" y="1200150"/>
            <a:ext cx="7772400" cy="3505200"/>
          </a:xfrm>
          <a:prstGeom prst="rect"/>
        </p:spPr>
        <p:txBody>
          <a:bodyPr anchor="b" bIns="0" lIns="45720" rIns="45720" rtlCol="0" vert="horz"/>
          <a:lstStyle>
            <a:defPPr>
              <a:defRPr lang="en-US"/>
            </a:defPPr>
            <a:lvl1pPr algn="l" eaLnBrk="1" fontAlgn="base" hangingPunct="1" latinLnBrk="0" rtl="0">
              <a:spcBef>
                <a:spcPct val="0"/>
              </a:spcBef>
              <a:spcAft>
                <a:spcPct val="0"/>
              </a:spcAft>
              <a:defRPr sz="1200" kern="1200" kumimoji="0">
                <a:solidFill>
                  <a:schemeClr val="tx1">
                    <a:tint val="95000"/>
                  </a:schemeClr>
                </a:solidFill>
                <a:latin typeface="Arial" charset="0"/>
                <a:ea typeface="+mn-ea"/>
                <a:cs typeface="Arial" charset="0"/>
              </a:defRPr>
            </a:lvl1pPr>
            <a:lvl2pPr algn="l" eaLnBrk="0" fontAlgn="base" hangingPunct="0" marL="457200" rtl="0">
              <a:spcBef>
                <a:spcPct val="0"/>
              </a:spcBef>
              <a:spcAft>
                <a:spcPct val="0"/>
              </a:spcAft>
              <a:defRPr kern="1200">
                <a:solidFill>
                  <a:schemeClr val="tx1"/>
                </a:solidFill>
                <a:latin typeface="Arial" charset="0"/>
                <a:ea typeface="+mn-ea"/>
                <a:cs typeface="Arial" charset="0"/>
              </a:defRPr>
            </a:lvl2pPr>
            <a:lvl3pPr algn="l" eaLnBrk="0" fontAlgn="base" hangingPunct="0" marL="914400" rtl="0">
              <a:spcBef>
                <a:spcPct val="0"/>
              </a:spcBef>
              <a:spcAft>
                <a:spcPct val="0"/>
              </a:spcAft>
              <a:defRPr kern="1200">
                <a:solidFill>
                  <a:schemeClr val="tx1"/>
                </a:solidFill>
                <a:latin typeface="Arial" charset="0"/>
                <a:ea typeface="+mn-ea"/>
                <a:cs typeface="Arial" charset="0"/>
              </a:defRPr>
            </a:lvl3pPr>
            <a:lvl4pPr algn="l" eaLnBrk="0" fontAlgn="base" hangingPunct="0" marL="1371600" rtl="0">
              <a:spcBef>
                <a:spcPct val="0"/>
              </a:spcBef>
              <a:spcAft>
                <a:spcPct val="0"/>
              </a:spcAft>
              <a:defRPr kern="1200">
                <a:solidFill>
                  <a:schemeClr val="tx1"/>
                </a:solidFill>
                <a:latin typeface="Arial" charset="0"/>
                <a:ea typeface="+mn-ea"/>
                <a:cs typeface="Arial" charset="0"/>
              </a:defRPr>
            </a:lvl4pPr>
            <a:lvl5pPr algn="l" eaLnBrk="0" fontAlgn="base" hangingPunct="0" marL="1828800" rtl="0">
              <a:spcBef>
                <a:spcPct val="0"/>
              </a:spcBef>
              <a:spcAft>
                <a:spcPct val="0"/>
              </a:spcAft>
              <a:defRPr kern="1200">
                <a:solidFill>
                  <a:schemeClr val="tx1"/>
                </a:solidFill>
                <a:latin typeface="Arial" charset="0"/>
                <a:ea typeface="+mn-ea"/>
                <a:cs typeface="Arial" charset="0"/>
              </a:defRPr>
            </a:lvl5pPr>
            <a:lvl6pPr algn="l" defTabSz="914400" eaLnBrk="1" hangingPunct="1" latinLnBrk="0" marL="2286000" rtl="0">
              <a:defRPr kern="1200">
                <a:solidFill>
                  <a:schemeClr val="tx1"/>
                </a:solidFill>
                <a:latin typeface="Arial" charset="0"/>
                <a:ea typeface="+mn-ea"/>
                <a:cs typeface="Arial" charset="0"/>
              </a:defRPr>
            </a:lvl6pPr>
            <a:lvl7pPr algn="l" defTabSz="914400" eaLnBrk="1" hangingPunct="1" latinLnBrk="0" marL="2743200" rtl="0">
              <a:defRPr kern="1200">
                <a:solidFill>
                  <a:schemeClr val="tx1"/>
                </a:solidFill>
                <a:latin typeface="Arial" charset="0"/>
                <a:ea typeface="+mn-ea"/>
                <a:cs typeface="Arial" charset="0"/>
              </a:defRPr>
            </a:lvl7pPr>
            <a:lvl8pPr algn="l" defTabSz="914400" eaLnBrk="1" hangingPunct="1" latinLnBrk="0" marL="3200400" rtl="0">
              <a:defRPr kern="1200">
                <a:solidFill>
                  <a:schemeClr val="tx1"/>
                </a:solidFill>
                <a:latin typeface="Arial" charset="0"/>
                <a:ea typeface="+mn-ea"/>
                <a:cs typeface="Arial" charset="0"/>
              </a:defRPr>
            </a:lvl8pPr>
            <a:lvl9pPr algn="l" defTabSz="914400" eaLnBrk="1" hangingPunct="1" latinLnBrk="0" marL="3657600" rtl="0">
              <a:defRPr kern="1200">
                <a:solidFill>
                  <a:schemeClr val="tx1"/>
                </a:solidFill>
                <a:latin typeface="Arial" charset="0"/>
                <a:ea typeface="+mn-ea"/>
                <a:cs typeface="Arial" charset="0"/>
              </a:defRPr>
            </a:lvl9pPr>
          </a:lstStyle>
          <a:p>
            <a:pPr algn="ctr"/>
            <a:r>
              <a:rPr b="1" dirty="0" sz="2000" lang="en-US">
                <a:solidFill>
                  <a:schemeClr val="tx1"/>
                </a:solidFill>
                <a:latin typeface="Times New Roman" pitchFamily="18" charset="0"/>
                <a:cs typeface="Times New Roman" pitchFamily="18" charset="0"/>
              </a:rPr>
              <a:t>DEPARTMENT OF ELECTRICAL</a:t>
            </a:r>
            <a:r>
              <a:rPr b="1" dirty="0" sz="2000" lang="en-IN">
                <a:solidFill>
                  <a:schemeClr val="tx1"/>
                </a:solidFill>
                <a:latin typeface="Times New Roman" pitchFamily="18" charset="0"/>
                <a:cs typeface="Times New Roman" pitchFamily="18" charset="0"/>
              </a:rPr>
              <a:t>AND ELECTRONICS </a:t>
            </a:r>
            <a:r>
              <a:rPr b="1" dirty="0" sz="2000" lang="en-US">
                <a:solidFill>
                  <a:schemeClr val="tx1"/>
                </a:solidFill>
                <a:latin typeface="Times New Roman" pitchFamily="18" charset="0"/>
                <a:cs typeface="Times New Roman" pitchFamily="18" charset="0"/>
              </a:rPr>
              <a:t>ENGINEERING</a:t>
            </a:r>
          </a:p>
          <a:p>
            <a:pPr algn="ctr"/>
            <a:r>
              <a:rPr b="1" dirty="0" sz="2000" lang="en-US">
                <a:solidFill>
                  <a:schemeClr val="tx1"/>
                </a:solidFill>
                <a:latin typeface="Times New Roman" pitchFamily="18" charset="0"/>
                <a:cs typeface="Times New Roman" pitchFamily="18" charset="0"/>
              </a:rPr>
              <a:t>Academic Year: 2025 – 2026 (Odd Semester)</a:t>
            </a:r>
          </a:p>
          <a:p>
            <a:pPr algn="ctr"/>
            <a:endParaRPr b="1" dirty="0" sz="2000" lang="en-US">
              <a:solidFill>
                <a:schemeClr val="tx1"/>
              </a:solidFill>
              <a:latin typeface="Times New Roman" pitchFamily="18" charset="0"/>
              <a:cs typeface="Times New Roman" pitchFamily="18" charset="0"/>
            </a:endParaRPr>
          </a:p>
          <a:p>
            <a:r>
              <a:rPr b="1" dirty="0" sz="2500" lang="en-US">
                <a:solidFill>
                  <a:schemeClr val="tx1"/>
                </a:solidFill>
                <a:latin typeface="Times New Roman" pitchFamily="18" charset="0"/>
                <a:cs typeface="Times New Roman" pitchFamily="18" charset="0"/>
              </a:rPr>
              <a:t>Register Number	:</a:t>
            </a:r>
            <a:r>
              <a:rPr b="1" dirty="0" sz="2000" lang="en-US">
                <a:solidFill>
                  <a:schemeClr val="tx1"/>
                </a:solidFill>
                <a:latin typeface="Times New Roman" pitchFamily="18" charset="0"/>
                <a:cs typeface="Times New Roman" pitchFamily="18" charset="0"/>
              </a:rPr>
              <a:t> 927624BEE0</a:t>
            </a:r>
            <a:r>
              <a:rPr b="1" dirty="0" sz="2000" lang="en-US">
                <a:solidFill>
                  <a:schemeClr val="tx1"/>
                </a:solidFill>
                <a:latin typeface="Times New Roman" pitchFamily="18" charset="0"/>
                <a:cs typeface="Times New Roman" pitchFamily="18" charset="0"/>
              </a:rPr>
              <a:t>5</a:t>
            </a:r>
            <a:r>
              <a:rPr b="1" dirty="0" sz="2000" lang="en-US">
                <a:solidFill>
                  <a:schemeClr val="tx1"/>
                </a:solidFill>
                <a:latin typeface="Times New Roman" pitchFamily="18" charset="0"/>
                <a:cs typeface="Times New Roman" pitchFamily="18" charset="0"/>
              </a:rPr>
              <a:t>7</a:t>
            </a:r>
            <a:endParaRPr b="1" dirty="0" sz="2500" lang="en-US">
              <a:solidFill>
                <a:schemeClr val="tx1"/>
              </a:solidFill>
              <a:latin typeface="Times New Roman" pitchFamily="18" charset="0"/>
              <a:cs typeface="Times New Roman" pitchFamily="18" charset="0"/>
            </a:endParaRPr>
          </a:p>
          <a:p>
            <a:r>
              <a:rPr b="1" dirty="0" sz="2500" lang="en-US">
                <a:solidFill>
                  <a:schemeClr val="tx1"/>
                </a:solidFill>
                <a:latin typeface="Times New Roman" pitchFamily="18" charset="0"/>
                <a:cs typeface="Times New Roman" pitchFamily="18" charset="0"/>
              </a:rPr>
              <a:t>Name					: </a:t>
            </a:r>
            <a:r>
              <a:rPr b="1" dirty="0" sz="2000" lang="en-US">
                <a:solidFill>
                  <a:schemeClr val="tx1"/>
                </a:solidFill>
                <a:latin typeface="Times New Roman" pitchFamily="18" charset="0"/>
                <a:cs typeface="Times New Roman" pitchFamily="18" charset="0"/>
              </a:rPr>
              <a:t>L</a:t>
            </a:r>
            <a:r>
              <a:rPr b="1" dirty="0" sz="2000" lang="en-US">
                <a:solidFill>
                  <a:schemeClr val="tx1"/>
                </a:solidFill>
                <a:latin typeface="Times New Roman" pitchFamily="18" charset="0"/>
                <a:cs typeface="Times New Roman" pitchFamily="18" charset="0"/>
              </a:rPr>
              <a:t>I</a:t>
            </a:r>
            <a:r>
              <a:rPr b="1" dirty="0" sz="2000" lang="en-US">
                <a:solidFill>
                  <a:schemeClr val="tx1"/>
                </a:solidFill>
                <a:latin typeface="Times New Roman" pitchFamily="18" charset="0"/>
                <a:cs typeface="Times New Roman" pitchFamily="18" charset="0"/>
              </a:rPr>
              <a:t>B</a:t>
            </a:r>
            <a:r>
              <a:rPr b="1" dirty="0" sz="2000" lang="en-US">
                <a:solidFill>
                  <a:schemeClr val="tx1"/>
                </a:solidFill>
                <a:latin typeface="Times New Roman" pitchFamily="18" charset="0"/>
                <a:cs typeface="Times New Roman" pitchFamily="18" charset="0"/>
              </a:rPr>
              <a:t>I</a:t>
            </a:r>
            <a:r>
              <a:rPr b="1" dirty="0" sz="2000" lang="en-US">
                <a:solidFill>
                  <a:schemeClr val="tx1"/>
                </a:solidFill>
                <a:latin typeface="Times New Roman" pitchFamily="18" charset="0"/>
                <a:cs typeface="Times New Roman" pitchFamily="18" charset="0"/>
              </a:rPr>
              <a:t>K</a:t>
            </a:r>
            <a:r>
              <a:rPr b="1" dirty="0" sz="2000" lang="en-US">
                <a:solidFill>
                  <a:schemeClr val="tx1"/>
                </a:solidFill>
                <a:latin typeface="Times New Roman" pitchFamily="18" charset="0"/>
                <a:cs typeface="Times New Roman" pitchFamily="18" charset="0"/>
              </a:rPr>
              <a:t>A</a:t>
            </a:r>
            <a:r>
              <a:rPr b="1" dirty="0" sz="2000" lang="en-US">
                <a:solidFill>
                  <a:schemeClr val="tx1"/>
                </a:solidFill>
                <a:latin typeface="Times New Roman" pitchFamily="18" charset="0"/>
                <a:cs typeface="Times New Roman" pitchFamily="18" charset="0"/>
              </a:rPr>
              <a:t> </a:t>
            </a:r>
            <a:r>
              <a:rPr b="1" dirty="0" sz="2000" lang="en-US">
                <a:solidFill>
                  <a:schemeClr val="tx1"/>
                </a:solidFill>
                <a:latin typeface="Times New Roman" pitchFamily="18" charset="0"/>
                <a:cs typeface="Times New Roman" pitchFamily="18" charset="0"/>
              </a:rPr>
              <a:t>S</a:t>
            </a:r>
            <a:endParaRPr altLang="en-US" lang="zh-CN"/>
          </a:p>
          <a:p>
            <a:r>
              <a:rPr b="1" dirty="0" sz="2500" lang="en-US">
                <a:solidFill>
                  <a:schemeClr val="tx1"/>
                </a:solidFill>
                <a:latin typeface="Times New Roman" pitchFamily="18" charset="0"/>
                <a:cs typeface="Times New Roman" pitchFamily="18" charset="0"/>
              </a:rPr>
              <a:t>Year					: II</a:t>
            </a:r>
            <a:endParaRPr b="1" dirty="0" sz="2000" lang="en-US">
              <a:solidFill>
                <a:schemeClr val="tx1"/>
              </a:solidFill>
              <a:latin typeface="Times New Roman" pitchFamily="18" charset="0"/>
              <a:cs typeface="Times New Roman" pitchFamily="18" charset="0"/>
            </a:endParaRPr>
          </a:p>
          <a:p>
            <a:r>
              <a:rPr b="1" dirty="0" sz="2500" lang="en-US">
                <a:solidFill>
                  <a:schemeClr val="tx1"/>
                </a:solidFill>
                <a:latin typeface="Times New Roman" pitchFamily="18" charset="0"/>
                <a:cs typeface="Times New Roman" pitchFamily="18" charset="0"/>
              </a:rPr>
              <a:t>Semester				:</a:t>
            </a:r>
            <a:r>
              <a:rPr b="1" dirty="0" sz="2000" lang="en-US">
                <a:solidFill>
                  <a:schemeClr val="tx1"/>
                </a:solidFill>
                <a:latin typeface="Times New Roman" pitchFamily="18" charset="0"/>
                <a:cs typeface="Times New Roman" pitchFamily="18" charset="0"/>
              </a:rPr>
              <a:t> III</a:t>
            </a:r>
            <a:endParaRPr b="1" dirty="0" sz="2500" lang="en-US">
              <a:solidFill>
                <a:schemeClr val="tx1"/>
              </a:solidFill>
              <a:latin typeface="Times New Roman" pitchFamily="18" charset="0"/>
              <a:cs typeface="Times New Roman" pitchFamily="18" charset="0"/>
            </a:endParaRPr>
          </a:p>
          <a:p>
            <a:r>
              <a:rPr b="1" dirty="0" sz="2500" lang="en-US">
                <a:solidFill>
                  <a:schemeClr val="tx1"/>
                </a:solidFill>
                <a:latin typeface="Times New Roman" pitchFamily="18" charset="0"/>
                <a:cs typeface="Times New Roman" pitchFamily="18" charset="0"/>
              </a:rPr>
              <a:t>Date					</a:t>
            </a:r>
            <a:r>
              <a:rPr b="1" dirty="0" sz="2000" lang="en-US">
                <a:solidFill>
                  <a:schemeClr val="tx1"/>
                </a:solidFill>
                <a:latin typeface="Times New Roman" pitchFamily="18" charset="0"/>
                <a:cs typeface="Times New Roman" pitchFamily="18" charset="0"/>
              </a:rPr>
              <a:t>: 29.08.2025</a:t>
            </a:r>
            <a:endParaRPr b="1" dirty="0" sz="2000" lang="en-IN">
              <a:solidFill>
                <a:schemeClr val="tx1"/>
              </a:solidFill>
              <a:latin typeface="Times New Roman" pitchFamily="18" charset="0"/>
              <a:cs typeface="Times New Roman" pitchFamily="18" charset="0"/>
            </a:endParaRPr>
          </a:p>
          <a:p>
            <a:endParaRPr b="1" dirty="0" sz="2000" lang="en-US">
              <a:solidFill>
                <a:schemeClr val="tx1"/>
              </a:solidFill>
              <a:latin typeface="Times New Roman" pitchFamily="18" charset="0"/>
              <a:cs typeface="Times New Roman" pitchFamily="18" charset="0"/>
            </a:endParaRPr>
          </a:p>
        </p:txBody>
      </p:sp>
      <p:sp>
        <p:nvSpPr>
          <p:cNvPr id="1048592" name="Slide Number Placeholder 3"/>
          <p:cNvSpPr>
            <a:spLocks noGrp="1"/>
          </p:cNvSpPr>
          <p:nvPr>
            <p:ph type="sldNum" sz="quarter" idx="12"/>
          </p:nvPr>
        </p:nvSpPr>
        <p:spPr/>
        <p:txBody>
          <a:bodyPr/>
          <a:p>
            <a:fld id="{DB554FDC-F986-4516-81A3-5CBC9634E9C1}" type="slidenum">
              <a:rPr altLang="en-US" lang="en-US" smtClean="0"/>
              <a:t>1</a:t>
            </a:fld>
            <a:endParaRPr altLang="en-US" lang="en-US"/>
          </a:p>
        </p:txBody>
      </p:sp>
      <p:sp>
        <p:nvSpPr>
          <p:cNvPr id="1048593" name="Footer Placeholder 4"/>
          <p:cNvSpPr>
            <a:spLocks noGrp="1"/>
          </p:cNvSpPr>
          <p:nvPr>
            <p:ph type="ftr" sz="quarter" idx="11"/>
          </p:nvPr>
        </p:nvSpPr>
        <p:spPr>
          <a:xfrm>
            <a:off x="2593848" y="4782979"/>
            <a:ext cx="4797552" cy="242887"/>
          </a:xfrm>
        </p:spPr>
        <p:txBody>
          <a:bodyPr/>
          <a:p>
            <a:r>
              <a:rPr dirty="0" lang="en-US">
                <a:latin typeface="Times New Roman" panose="02020603050405020304" pitchFamily="18" charset="0"/>
                <a:cs typeface="Times New Roman" panose="02020603050405020304" pitchFamily="18" charset="0"/>
              </a:rPr>
              <a:t>EGB1201– JAVA PROGRAMMING –PROJECT REVIEW 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597" name="Title 9"/>
          <p:cNvSpPr>
            <a:spLocks noGrp="1"/>
          </p:cNvSpPr>
          <p:nvPr>
            <p:ph type="title"/>
          </p:nvPr>
        </p:nvSpPr>
        <p:spPr>
          <a:solidFill>
            <a:schemeClr val="bg2">
              <a:lumMod val="75000"/>
            </a:schemeClr>
          </a:solidFill>
        </p:spPr>
        <p:txBody>
          <a:bodyPr>
            <a:normAutofit/>
          </a:bodyPr>
          <a:p>
            <a:pPr algn="ctr"/>
            <a:r>
              <a:rPr b="1" dirty="0" lang="en-IN">
                <a:solidFill>
                  <a:schemeClr val="tx1"/>
                </a:solidFill>
                <a:latin typeface="Times New Roman" pitchFamily="18" charset="0"/>
                <a:cs typeface="Times New Roman" pitchFamily="18" charset="0"/>
              </a:rPr>
              <a:t>Title of the Project</a:t>
            </a:r>
            <a:endParaRPr b="1" dirty="0" sz="4000" lang="en-IN">
              <a:solidFill>
                <a:schemeClr val="tx1"/>
              </a:solidFill>
              <a:latin typeface="Times New Roman" pitchFamily="18" charset="0"/>
              <a:cs typeface="Times New Roman" pitchFamily="18" charset="0"/>
            </a:endParaRPr>
          </a:p>
        </p:txBody>
      </p:sp>
      <p:sp>
        <p:nvSpPr>
          <p:cNvPr id="1048598" name="Footer Placeholder 3"/>
          <p:cNvSpPr>
            <a:spLocks noGrp="1"/>
          </p:cNvSpPr>
          <p:nvPr>
            <p:ph type="ftr" sz="quarter" idx="11"/>
          </p:nvPr>
        </p:nvSpPr>
        <p:spPr>
          <a:xfrm>
            <a:off x="2438400" y="4767263"/>
            <a:ext cx="4340352" cy="376237"/>
          </a:xfrm>
        </p:spPr>
        <p:txBody>
          <a:bodyPr/>
          <a:p>
            <a:r>
              <a:rPr dirty="0" sz="1200" lang="en-US">
                <a:latin typeface="Times New Roman" pitchFamily="18" charset="0"/>
                <a:cs typeface="Times New Roman" pitchFamily="18" charset="0"/>
              </a:rPr>
              <a:t>EGB1201– JAVA PROGRAMMING –PROJECT REVIEW 0</a:t>
            </a:r>
          </a:p>
        </p:txBody>
      </p:sp>
      <p:sp>
        <p:nvSpPr>
          <p:cNvPr id="1048599" name="Slide Number Placeholder 5"/>
          <p:cNvSpPr>
            <a:spLocks noGrp="1" noChangeArrowheads="1"/>
          </p:cNvSpPr>
          <p:nvPr>
            <p:ph type="sldNum" sz="quarter" idx="12"/>
          </p:nvPr>
        </p:nvSpPr>
        <p:spPr bwMode="auto">
          <a:noFill/>
          <a:ln>
            <a:miter lim="800000"/>
            <a:headEnd/>
            <a:tailEnd/>
          </a:ln>
        </p:spPr>
        <p:txBody>
          <a:bodyPr/>
          <a:p>
            <a:fld id="{C8B3AA75-1EA1-4A20-9182-A423EE2FFA8F}" type="slidenum">
              <a:rPr altLang="en-US" lang="en-US"/>
              <a:t>2</a:t>
            </a:fld>
            <a:endParaRPr altLang="en-US" lang="en-US"/>
          </a:p>
        </p:txBody>
      </p:sp>
      <p:sp>
        <p:nvSpPr>
          <p:cNvPr id="1048600" name="Footer Placeholder 4"/>
          <p:cNvSpPr txBox="1"/>
          <p:nvPr/>
        </p:nvSpPr>
        <p:spPr>
          <a:xfrm>
            <a:off x="799641" y="1271071"/>
            <a:ext cx="7772400" cy="1224479"/>
          </a:xfrm>
          <a:prstGeom prst="rect"/>
        </p:spPr>
        <p:txBody>
          <a:bodyPr anchor="b" bIns="0" lIns="45720" rIns="45720" rtlCol="0" vert="horz"/>
          <a:lstStyle>
            <a:defPPr>
              <a:defRPr lang="en-US"/>
            </a:defPPr>
            <a:lvl1pPr algn="l" eaLnBrk="1" fontAlgn="base" hangingPunct="1" latinLnBrk="0" rtl="0">
              <a:spcBef>
                <a:spcPct val="0"/>
              </a:spcBef>
              <a:spcAft>
                <a:spcPct val="0"/>
              </a:spcAft>
              <a:defRPr sz="1200" kern="1200" kumimoji="0">
                <a:solidFill>
                  <a:schemeClr val="tx1">
                    <a:tint val="95000"/>
                  </a:schemeClr>
                </a:solidFill>
                <a:latin typeface="Arial" charset="0"/>
                <a:ea typeface="+mn-ea"/>
                <a:cs typeface="Arial" charset="0"/>
              </a:defRPr>
            </a:lvl1pPr>
            <a:lvl2pPr algn="l" eaLnBrk="0" fontAlgn="base" hangingPunct="0" marL="457200" rtl="0">
              <a:spcBef>
                <a:spcPct val="0"/>
              </a:spcBef>
              <a:spcAft>
                <a:spcPct val="0"/>
              </a:spcAft>
              <a:defRPr kern="1200">
                <a:solidFill>
                  <a:schemeClr val="tx1"/>
                </a:solidFill>
                <a:latin typeface="Arial" charset="0"/>
                <a:ea typeface="+mn-ea"/>
                <a:cs typeface="Arial" charset="0"/>
              </a:defRPr>
            </a:lvl2pPr>
            <a:lvl3pPr algn="l" eaLnBrk="0" fontAlgn="base" hangingPunct="0" marL="914400" rtl="0">
              <a:spcBef>
                <a:spcPct val="0"/>
              </a:spcBef>
              <a:spcAft>
                <a:spcPct val="0"/>
              </a:spcAft>
              <a:defRPr kern="1200">
                <a:solidFill>
                  <a:schemeClr val="tx1"/>
                </a:solidFill>
                <a:latin typeface="Arial" charset="0"/>
                <a:ea typeface="+mn-ea"/>
                <a:cs typeface="Arial" charset="0"/>
              </a:defRPr>
            </a:lvl3pPr>
            <a:lvl4pPr algn="l" eaLnBrk="0" fontAlgn="base" hangingPunct="0" marL="1371600" rtl="0">
              <a:spcBef>
                <a:spcPct val="0"/>
              </a:spcBef>
              <a:spcAft>
                <a:spcPct val="0"/>
              </a:spcAft>
              <a:defRPr kern="1200">
                <a:solidFill>
                  <a:schemeClr val="tx1"/>
                </a:solidFill>
                <a:latin typeface="Arial" charset="0"/>
                <a:ea typeface="+mn-ea"/>
                <a:cs typeface="Arial" charset="0"/>
              </a:defRPr>
            </a:lvl4pPr>
            <a:lvl5pPr algn="l" eaLnBrk="0" fontAlgn="base" hangingPunct="0" marL="1828800" rtl="0">
              <a:spcBef>
                <a:spcPct val="0"/>
              </a:spcBef>
              <a:spcAft>
                <a:spcPct val="0"/>
              </a:spcAft>
              <a:defRPr kern="1200">
                <a:solidFill>
                  <a:schemeClr val="tx1"/>
                </a:solidFill>
                <a:latin typeface="Arial" charset="0"/>
                <a:ea typeface="+mn-ea"/>
                <a:cs typeface="Arial" charset="0"/>
              </a:defRPr>
            </a:lvl5pPr>
            <a:lvl6pPr algn="l" defTabSz="914400" eaLnBrk="1" hangingPunct="1" latinLnBrk="0" marL="2286000" rtl="0">
              <a:defRPr kern="1200">
                <a:solidFill>
                  <a:schemeClr val="tx1"/>
                </a:solidFill>
                <a:latin typeface="Arial" charset="0"/>
                <a:ea typeface="+mn-ea"/>
                <a:cs typeface="Arial" charset="0"/>
              </a:defRPr>
            </a:lvl6pPr>
            <a:lvl7pPr algn="l" defTabSz="914400" eaLnBrk="1" hangingPunct="1" latinLnBrk="0" marL="2743200" rtl="0">
              <a:defRPr kern="1200">
                <a:solidFill>
                  <a:schemeClr val="tx1"/>
                </a:solidFill>
                <a:latin typeface="Arial" charset="0"/>
                <a:ea typeface="+mn-ea"/>
                <a:cs typeface="Arial" charset="0"/>
              </a:defRPr>
            </a:lvl7pPr>
            <a:lvl8pPr algn="l" defTabSz="914400" eaLnBrk="1" hangingPunct="1" latinLnBrk="0" marL="3200400" rtl="0">
              <a:defRPr kern="1200">
                <a:solidFill>
                  <a:schemeClr val="tx1"/>
                </a:solidFill>
                <a:latin typeface="Arial" charset="0"/>
                <a:ea typeface="+mn-ea"/>
                <a:cs typeface="Arial" charset="0"/>
              </a:defRPr>
            </a:lvl8pPr>
            <a:lvl9pPr algn="l" defTabSz="914400" eaLnBrk="1" hangingPunct="1" latinLnBrk="0" marL="3657600" rtl="0">
              <a:defRPr kern="1200">
                <a:solidFill>
                  <a:schemeClr val="tx1"/>
                </a:solidFill>
                <a:latin typeface="Arial" charset="0"/>
                <a:ea typeface="+mn-ea"/>
                <a:cs typeface="Arial" charset="0"/>
              </a:defRPr>
            </a:lvl9pPr>
          </a:lstStyle>
          <a:p>
            <a:pPr algn="ctr"/>
            <a:endParaRPr b="1" dirty="0" sz="2500" lang="en-US"/>
          </a:p>
        </p:txBody>
      </p:sp>
      <p:sp>
        <p:nvSpPr>
          <p:cNvPr id="1048601" name="Content Placeholder 2"/>
          <p:cNvSpPr>
            <a:spLocks noGrp="1"/>
          </p:cNvSpPr>
          <p:nvPr>
            <p:ph sz="quarter" idx="1"/>
          </p:nvPr>
        </p:nvSpPr>
        <p:spPr>
          <a:xfrm>
            <a:off x="457200" y="914400"/>
            <a:ext cx="8229600" cy="3703320"/>
          </a:xfrm>
        </p:spPr>
        <p:txBody>
          <a:bodyPr/>
          <a:p>
            <a:r>
              <a:rPr b="1" dirty="0" sz="2800" lang="en-IN">
                <a:latin typeface="Times New Roman" pitchFamily="18" charset="0"/>
                <a:cs typeface="Times New Roman" pitchFamily="18" charset="0"/>
              </a:rPr>
              <a:t>             </a:t>
            </a:r>
          </a:p>
          <a:p>
            <a:endParaRPr b="1" dirty="0" sz="2800" lang="en-IN">
              <a:latin typeface="Times New Roman" pitchFamily="18" charset="0"/>
              <a:cs typeface="Times New Roman" pitchFamily="18" charset="0"/>
            </a:endParaRPr>
          </a:p>
          <a:p>
            <a:endParaRPr b="1" dirty="0" sz="2800" lang="en-IN">
              <a:latin typeface="Times New Roman" pitchFamily="18" charset="0"/>
              <a:cs typeface="Times New Roman" pitchFamily="18" charset="0"/>
            </a:endParaRPr>
          </a:p>
          <a:p>
            <a:pPr algn="ctr">
              <a:buNone/>
            </a:pPr>
            <a:r>
              <a:rPr b="1" dirty="0" sz="2800" lang="en-US">
                <a:latin typeface="Times New Roman" pitchFamily="18" charset="0"/>
                <a:cs typeface="Times New Roman" pitchFamily="18" charset="0"/>
              </a:rPr>
              <a:t>B</a:t>
            </a:r>
            <a:r>
              <a:rPr b="1" dirty="0" sz="2800" lang="en-US">
                <a:latin typeface="Times New Roman" pitchFamily="18" charset="0"/>
                <a:cs typeface="Times New Roman" pitchFamily="18" charset="0"/>
              </a:rPr>
              <a:t>L</a:t>
            </a:r>
            <a:r>
              <a:rPr b="1" dirty="0" sz="2800" lang="en-US">
                <a:latin typeface="Times New Roman" pitchFamily="18" charset="0"/>
                <a:cs typeface="Times New Roman" pitchFamily="18" charset="0"/>
              </a:rPr>
              <a:t>O</a:t>
            </a:r>
            <a:r>
              <a:rPr b="1" dirty="0" sz="2800" lang="en-US">
                <a:latin typeface="Times New Roman" pitchFamily="18" charset="0"/>
                <a:cs typeface="Times New Roman" pitchFamily="18" charset="0"/>
              </a:rPr>
              <a:t>O</a:t>
            </a:r>
            <a:r>
              <a:rPr b="1" dirty="0" sz="2800" lang="en-US">
                <a:latin typeface="Times New Roman" pitchFamily="18" charset="0"/>
                <a:cs typeface="Times New Roman" pitchFamily="18" charset="0"/>
              </a:rPr>
              <a:t>D </a:t>
            </a:r>
            <a:r>
              <a:rPr b="1" dirty="0" sz="2800" lang="en-US">
                <a:latin typeface="Times New Roman" pitchFamily="18" charset="0"/>
                <a:cs typeface="Times New Roman" pitchFamily="18" charset="0"/>
              </a:rPr>
              <a:t>D</a:t>
            </a:r>
            <a:r>
              <a:rPr b="1" dirty="0" sz="2800" lang="en-US">
                <a:latin typeface="Times New Roman" pitchFamily="18" charset="0"/>
                <a:cs typeface="Times New Roman" pitchFamily="18" charset="0"/>
              </a:rPr>
              <a:t>O</a:t>
            </a:r>
            <a:r>
              <a:rPr b="1" dirty="0" sz="2800" lang="en-US">
                <a:latin typeface="Times New Roman" pitchFamily="18" charset="0"/>
                <a:cs typeface="Times New Roman" pitchFamily="18" charset="0"/>
              </a:rPr>
              <a:t>N</a:t>
            </a:r>
            <a:r>
              <a:rPr b="1" dirty="0" sz="2800" lang="en-US">
                <a:latin typeface="Times New Roman" pitchFamily="18" charset="0"/>
                <a:cs typeface="Times New Roman" pitchFamily="18" charset="0"/>
              </a:rPr>
              <a:t>A</a:t>
            </a:r>
            <a:r>
              <a:rPr b="1" dirty="0" sz="2800" lang="en-US">
                <a:latin typeface="Times New Roman" pitchFamily="18" charset="0"/>
                <a:cs typeface="Times New Roman" pitchFamily="18" charset="0"/>
              </a:rPr>
              <a:t>TION </a:t>
            </a:r>
            <a:r>
              <a:rPr b="1" dirty="0" sz="2800" lang="en-US">
                <a:latin typeface="Times New Roman" pitchFamily="18" charset="0"/>
                <a:cs typeface="Times New Roman" pitchFamily="18" charset="0"/>
              </a:rPr>
              <a:t>M</a:t>
            </a:r>
            <a:r>
              <a:rPr b="1" dirty="0" sz="2800" lang="en-US">
                <a:latin typeface="Times New Roman" pitchFamily="18" charset="0"/>
                <a:cs typeface="Times New Roman" pitchFamily="18" charset="0"/>
              </a:rPr>
              <a:t>A</a:t>
            </a:r>
            <a:r>
              <a:rPr b="1" dirty="0" sz="2800" lang="en-US">
                <a:latin typeface="Times New Roman" pitchFamily="18" charset="0"/>
                <a:cs typeface="Times New Roman" pitchFamily="18" charset="0"/>
              </a:rPr>
              <a:t>N</a:t>
            </a:r>
            <a:r>
              <a:rPr b="1" dirty="0" sz="2800" lang="en-US">
                <a:latin typeface="Times New Roman" pitchFamily="18" charset="0"/>
                <a:cs typeface="Times New Roman" pitchFamily="18" charset="0"/>
              </a:rPr>
              <a:t>A</a:t>
            </a:r>
            <a:r>
              <a:rPr b="1" dirty="0" sz="2800" lang="en-US">
                <a:latin typeface="Times New Roman" pitchFamily="18" charset="0"/>
                <a:cs typeface="Times New Roman" pitchFamily="18" charset="0"/>
              </a:rPr>
              <a:t>GEMENT </a:t>
            </a:r>
            <a:r>
              <a:rPr b="1" dirty="0" sz="2800" lang="en-US">
                <a:latin typeface="Times New Roman" pitchFamily="18" charset="0"/>
                <a:cs typeface="Times New Roman" pitchFamily="18" charset="0"/>
              </a:rPr>
              <a:t>S</a:t>
            </a:r>
            <a:r>
              <a:rPr b="1" dirty="0" sz="2800" lang="en-US">
                <a:latin typeface="Times New Roman" pitchFamily="18" charset="0"/>
                <a:cs typeface="Times New Roman" pitchFamily="18" charset="0"/>
              </a:rPr>
              <a:t>Y</a:t>
            </a:r>
            <a:r>
              <a:rPr b="1" dirty="0" sz="2800" lang="en-US">
                <a:latin typeface="Times New Roman" pitchFamily="18" charset="0"/>
                <a:cs typeface="Times New Roman" pitchFamily="18" charset="0"/>
              </a:rPr>
              <a:t>STEM </a:t>
            </a:r>
            <a:endParaRPr altLang="en-US" 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607" name="Title 1"/>
          <p:cNvSpPr>
            <a:spLocks noGrp="1"/>
          </p:cNvSpPr>
          <p:nvPr>
            <p:ph type="title"/>
          </p:nvPr>
        </p:nvSpPr>
        <p:spPr>
          <a:xfrm>
            <a:off x="457200" y="209550"/>
            <a:ext cx="8229600" cy="609600"/>
          </a:xfrm>
          <a:solidFill>
            <a:schemeClr val="bg2">
              <a:lumMod val="75000"/>
            </a:schemeClr>
          </a:solidFill>
        </p:spPr>
        <p:txBody>
          <a:bodyPr>
            <a:normAutofit/>
          </a:bodyPr>
          <a:p>
            <a:pPr algn="ctr"/>
            <a:r>
              <a:rPr b="1" dirty="0" lang="en-IN">
                <a:solidFill>
                  <a:schemeClr val="tx1"/>
                </a:solidFill>
                <a:latin typeface="Times New Roman" pitchFamily="18" charset="0"/>
                <a:cs typeface="Times New Roman" pitchFamily="18" charset="0"/>
              </a:rPr>
              <a:t>Abstract</a:t>
            </a:r>
            <a:r>
              <a:rPr dirty="0" lang="en-IN">
                <a:solidFill>
                  <a:schemeClr val="tx1"/>
                </a:solidFill>
                <a:latin typeface="Times New Roman" pitchFamily="18" charset="0"/>
                <a:cs typeface="Times New Roman" pitchFamily="18" charset="0"/>
              </a:rPr>
              <a:t> </a:t>
            </a:r>
            <a:endParaRPr dirty="0" sz="4000" lang="en-IN">
              <a:solidFill>
                <a:schemeClr val="tx1"/>
              </a:solidFill>
              <a:latin typeface="Times New Roman" pitchFamily="18" charset="0"/>
              <a:cs typeface="Times New Roman" pitchFamily="18" charset="0"/>
            </a:endParaRPr>
          </a:p>
        </p:txBody>
      </p:sp>
      <p:sp>
        <p:nvSpPr>
          <p:cNvPr id="1048608" name="Footer Placeholder 4"/>
          <p:cNvSpPr>
            <a:spLocks noGrp="1"/>
          </p:cNvSpPr>
          <p:nvPr>
            <p:ph type="ftr" sz="quarter" idx="11"/>
          </p:nvPr>
        </p:nvSpPr>
        <p:spPr>
          <a:xfrm>
            <a:off x="2438400" y="4767263"/>
            <a:ext cx="4267200" cy="376237"/>
          </a:xfrm>
        </p:spPr>
        <p:txBody>
          <a:bodyPr/>
          <a:p>
            <a:r>
              <a:rPr dirty="0" sz="1200" lang="en-US">
                <a:latin typeface="Times New Roman" pitchFamily="18" charset="0"/>
                <a:cs typeface="Times New Roman" pitchFamily="18" charset="0"/>
              </a:rPr>
              <a:t>EGB1201– JAVA PROGRAMMING –PROJECT REVIEW 0</a:t>
            </a:r>
          </a:p>
        </p:txBody>
      </p:sp>
      <p:sp>
        <p:nvSpPr>
          <p:cNvPr id="1048609" name="Slide Number Placeholder 5"/>
          <p:cNvSpPr>
            <a:spLocks noGrp="1"/>
          </p:cNvSpPr>
          <p:nvPr>
            <p:ph type="sldNum" sz="quarter" idx="12"/>
          </p:nvPr>
        </p:nvSpPr>
        <p:spPr/>
        <p:txBody>
          <a:bodyPr/>
          <a:p>
            <a:fld id="{0E14ABD8-B1EB-4C07-9937-C8C4E38BDF00}" type="slidenum">
              <a:rPr altLang="en-US" lang="en-US" smtClean="0"/>
              <a:t>3</a:t>
            </a:fld>
            <a:endParaRPr altLang="en-US" dirty="0" lang="en-US"/>
          </a:p>
          <a:p>
            <a:endParaRPr altLang="en-US" dirty="0" lang="en-US"/>
          </a:p>
        </p:txBody>
      </p:sp>
      <p:sp>
        <p:nvSpPr>
          <p:cNvPr id="1048610" name="Content Placeholder 2"/>
          <p:cNvSpPr>
            <a:spLocks noGrp="1"/>
          </p:cNvSpPr>
          <p:nvPr>
            <p:ph sz="quarter" idx="1"/>
          </p:nvPr>
        </p:nvSpPr>
        <p:spPr>
          <a:xfrm>
            <a:off x="254901" y="793975"/>
            <a:ext cx="8731228" cy="3988051"/>
          </a:xfrm>
        </p:spPr>
        <p:txBody>
          <a:bodyPr>
            <a:noAutofit/>
          </a:bodyPr>
          <a:p>
            <a:pPr indent="0" marL="0">
              <a:buNone/>
            </a:pPr>
            <a:endParaRPr dirty="0" sz="2000" lang="en-US">
              <a:latin typeface="Times New Roman" pitchFamily="18" charset="0"/>
              <a:cs typeface="Times New Roman" pitchFamily="18" charset="0"/>
            </a:endParaRPr>
          </a:p>
          <a:p>
            <a:r>
              <a:rPr dirty="0" sz="2000" lang="en-US">
                <a:latin typeface="Times New Roman" pitchFamily="18" charset="0"/>
                <a:cs typeface="Times New Roman" pitchFamily="18" charset="0"/>
              </a:rPr>
              <a:t>The Blood Donation Management System is a software tool to manage donor and recipient details, maintain blood stock, and quickly match blood groups. It reduces manual work, saves time in emergencies, and ensures the timely availability of blood through an efficient and user-friendly platform.</a:t>
            </a:r>
            <a:endParaRPr dirty="0" sz="2000" lang="en-US">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1048611" name="Title 1"/>
          <p:cNvSpPr>
            <a:spLocks noGrp="1"/>
          </p:cNvSpPr>
          <p:nvPr>
            <p:ph type="title"/>
          </p:nvPr>
        </p:nvSpPr>
        <p:spPr>
          <a:xfrm>
            <a:off x="457200" y="285750"/>
            <a:ext cx="8229600" cy="457200"/>
          </a:xfrm>
          <a:solidFill>
            <a:schemeClr val="bg2">
              <a:lumMod val="75000"/>
            </a:schemeClr>
          </a:solidFill>
        </p:spPr>
        <p:txBody>
          <a:bodyPr>
            <a:noAutofit/>
          </a:bodyPr>
          <a:p>
            <a:pPr algn="ctr"/>
            <a:r>
              <a:rPr b="1" dirty="0" lang="en-US">
                <a:solidFill>
                  <a:schemeClr val="tx1"/>
                </a:solidFill>
                <a:latin typeface="Times New Roman" pitchFamily="18" charset="0"/>
                <a:cs typeface="Times New Roman" pitchFamily="18" charset="0"/>
              </a:rPr>
              <a:t>Objectives</a:t>
            </a:r>
            <a:endParaRPr b="1" dirty="0" lang="en-IN">
              <a:solidFill>
                <a:schemeClr val="tx1"/>
              </a:solidFill>
              <a:latin typeface="Times New Roman" pitchFamily="18" charset="0"/>
              <a:cs typeface="Times New Roman" pitchFamily="18" charset="0"/>
            </a:endParaRPr>
          </a:p>
        </p:txBody>
      </p:sp>
      <p:sp>
        <p:nvSpPr>
          <p:cNvPr id="1048612" name="Footer Placeholder 4"/>
          <p:cNvSpPr>
            <a:spLocks noGrp="1"/>
          </p:cNvSpPr>
          <p:nvPr>
            <p:ph type="ftr" sz="quarter" idx="11"/>
          </p:nvPr>
        </p:nvSpPr>
        <p:spPr>
          <a:xfrm>
            <a:off x="2362200" y="4767263"/>
            <a:ext cx="4495800" cy="376237"/>
          </a:xfrm>
        </p:spPr>
        <p:txBody>
          <a:bodyPr/>
          <a:p>
            <a:r>
              <a:rPr dirty="0" sz="1200" lang="en-US">
                <a:latin typeface="Times New Roman" pitchFamily="18" charset="0"/>
                <a:cs typeface="Times New Roman" pitchFamily="18" charset="0"/>
              </a:rPr>
              <a:t>EGB1201– JAVA PROGRAMMING –PROJECT REVIEW 0</a:t>
            </a:r>
          </a:p>
        </p:txBody>
      </p:sp>
      <p:sp>
        <p:nvSpPr>
          <p:cNvPr id="1048613" name="Slide Number Placeholder 5"/>
          <p:cNvSpPr>
            <a:spLocks noGrp="1"/>
          </p:cNvSpPr>
          <p:nvPr>
            <p:ph type="sldNum" sz="quarter" idx="12"/>
          </p:nvPr>
        </p:nvSpPr>
        <p:spPr/>
        <p:txBody>
          <a:bodyPr/>
          <a:p>
            <a:fld id="{0E14ABD8-B1EB-4C07-9937-C8C4E38BDF00}" type="slidenum">
              <a:rPr altLang="en-US" lang="en-US" smtClean="0"/>
              <a:t>4</a:t>
            </a:fld>
            <a:endParaRPr altLang="en-US" lang="en-US"/>
          </a:p>
        </p:txBody>
      </p:sp>
      <p:sp>
        <p:nvSpPr>
          <p:cNvPr id="1048614" name="Rectangle 1"/>
          <p:cNvSpPr>
            <a:spLocks noGrp="1" noChangeArrowheads="1"/>
          </p:cNvSpPr>
          <p:nvPr>
            <p:ph sz="quarter" idx="1"/>
          </p:nvPr>
        </p:nvSpPr>
        <p:spPr bwMode="auto">
          <a:xfrm>
            <a:off x="1043608" y="1170732"/>
            <a:ext cx="7724398" cy="2263140"/>
          </a:xfrm>
          <a:prstGeom prst="rect"/>
          <a:noFill/>
          <a:ln>
            <a:noFill/>
          </a:ln>
          <a:effectLst/>
        </p:spPr>
        <p:txBody>
          <a:bodyPr anchor="ctr" anchorCtr="0" bIns="45720" compatLnSpc="1" lIns="91440" numCol="1" rIns="91440" tIns="45720" vert="horz" wrap="none">
            <a:prstTxWarp prst="textNoShape"/>
            <a:spAutoFit/>
          </a:bodyPr>
          <a:p>
            <a:pPr algn="just" defTabSz="914400" eaLnBrk="0" fontAlgn="base" hangingPunct="0" indent="0" latinLnBrk="0" lvl="0" marL="0" marR="0" rtl="0">
              <a:lnSpc>
                <a:spcPct val="100000"/>
              </a:lnSpc>
              <a:spcBef>
                <a:spcPct val="0"/>
              </a:spcBef>
              <a:spcAft>
                <a:spcPct val="0"/>
              </a:spcAft>
              <a:buClrTx/>
              <a:buSzTx/>
              <a:buFontTx/>
              <a:buNone/>
            </a:pPr>
            <a:endParaRPr/>
          </a:p>
          <a:p>
            <a:pPr algn="just" defTabSz="914400" eaLnBrk="0" fontAlgn="base" hangingPunct="0" indent="0" latinLnBrk="0" lvl="0" marL="0" marR="0" rtl="0">
              <a:lnSpc>
                <a:spcPct val="100000"/>
              </a:lnSpc>
              <a:spcBef>
                <a:spcPct val="0"/>
              </a:spcBef>
              <a:spcAft>
                <a:spcPct val="0"/>
              </a:spcAft>
              <a:buClrTx/>
              <a:buSzTx/>
              <a:buFontTx/>
              <a:buNone/>
            </a:pPr>
            <a:r>
              <a:rPr altLang="en-US" baseline="0" b="0" cap="none" dirty="0" sz="1800" i="0" kumimoji="0" lang="en-US" normalizeH="0" strike="noStrike" u="none">
                <a:ln>
                  <a:noFill/>
                </a:ln>
                <a:solidFill>
                  <a:schemeClr val="tx1"/>
                </a:solidFill>
                <a:effectLst/>
                <a:latin typeface="Times New Roman" panose="02020603050405020304" pitchFamily="18" charset="0"/>
                <a:cs typeface="Times New Roman" panose="02020603050405020304" pitchFamily="18" charset="0"/>
              </a:rPr>
              <a:t>1. To maintain accurate records of donors, recipients, and blood stock.</a:t>
            </a:r>
            <a:endParaRPr/>
          </a:p>
          <a:p>
            <a:pPr algn="just" defTabSz="914400" eaLnBrk="0" fontAlgn="base" hangingPunct="0" indent="0" latinLnBrk="0" lvl="0" marL="0" marR="0" rtl="0">
              <a:lnSpc>
                <a:spcPct val="100000"/>
              </a:lnSpc>
              <a:spcBef>
                <a:spcPct val="0"/>
              </a:spcBef>
              <a:spcAft>
                <a:spcPct val="0"/>
              </a:spcAft>
              <a:buClrTx/>
              <a:buSzTx/>
              <a:buFontTx/>
              <a:buNone/>
            </a:pPr>
            <a:r>
              <a:rPr altLang="en-US" baseline="0" b="0" cap="none" dirty="0" sz="1800" i="0" kumimoji="0" lang="en-US" normalizeH="0" strike="noStrike" u="none">
                <a:ln>
                  <a:noFill/>
                </a:ln>
                <a:solidFill>
                  <a:schemeClr val="tx1"/>
                </a:solidFill>
                <a:effectLst/>
                <a:latin typeface="Times New Roman" panose="02020603050405020304" pitchFamily="18" charset="0"/>
                <a:cs typeface="Times New Roman" panose="02020603050405020304" pitchFamily="18" charset="0"/>
              </a:rPr>
              <a:t>2. To ensure quick and reliable blood group matching during emergencies.</a:t>
            </a:r>
            <a:endParaRPr/>
          </a:p>
          <a:p>
            <a:pPr algn="just" defTabSz="914400" eaLnBrk="0" fontAlgn="base" hangingPunct="0" indent="0" latinLnBrk="0" lvl="0" marL="0" marR="0" rtl="0">
              <a:lnSpc>
                <a:spcPct val="100000"/>
              </a:lnSpc>
              <a:spcBef>
                <a:spcPct val="0"/>
              </a:spcBef>
              <a:spcAft>
                <a:spcPct val="0"/>
              </a:spcAft>
              <a:buClrTx/>
              <a:buSzTx/>
              <a:buFontTx/>
              <a:buNone/>
            </a:pPr>
            <a:r>
              <a:rPr altLang="en-US" baseline="0" b="0" cap="none" dirty="0" sz="1800" i="0" kumimoji="0" lang="en-US" normalizeH="0" strike="noStrike" u="none">
                <a:ln>
                  <a:noFill/>
                </a:ln>
                <a:solidFill>
                  <a:schemeClr val="tx1"/>
                </a:solidFill>
                <a:effectLst/>
                <a:latin typeface="Times New Roman" panose="02020603050405020304" pitchFamily="18" charset="0"/>
                <a:cs typeface="Times New Roman" panose="02020603050405020304" pitchFamily="18" charset="0"/>
              </a:rPr>
              <a:t>3. To reduce manual work and save time through automation.</a:t>
            </a:r>
            <a:endParaRPr/>
          </a:p>
          <a:p>
            <a:pPr algn="just" defTabSz="914400" eaLnBrk="0" fontAlgn="base" hangingPunct="0" indent="0" latinLnBrk="0" lvl="0" marL="0" marR="0" rtl="0">
              <a:lnSpc>
                <a:spcPct val="100000"/>
              </a:lnSpc>
              <a:spcBef>
                <a:spcPct val="0"/>
              </a:spcBef>
              <a:spcAft>
                <a:spcPct val="0"/>
              </a:spcAft>
              <a:buClrTx/>
              <a:buSzTx/>
              <a:buFontTx/>
              <a:buNone/>
            </a:pPr>
            <a:r>
              <a:rPr altLang="en-US" baseline="0" b="0" cap="none" dirty="0" sz="1800" i="0" kumimoji="0" lang="en-US" normalizeH="0" strike="noStrike" u="none">
                <a:ln>
                  <a:noFill/>
                </a:ln>
                <a:solidFill>
                  <a:schemeClr val="tx1"/>
                </a:solidFill>
                <a:effectLst/>
                <a:latin typeface="Times New Roman" panose="02020603050405020304" pitchFamily="18" charset="0"/>
                <a:cs typeface="Times New Roman" panose="02020603050405020304" pitchFamily="18" charset="0"/>
              </a:rPr>
              <a:t>4. To provide a user-friendly system for managing blood donation activities.</a:t>
            </a:r>
            <a:endParaRPr/>
          </a:p>
          <a:p>
            <a:pPr algn="just" defTabSz="914400" eaLnBrk="0" fontAlgn="base" hangingPunct="0" indent="0" latinLnBrk="0" lvl="0" marL="0" marR="0" rtl="0">
              <a:lnSpc>
                <a:spcPct val="100000"/>
              </a:lnSpc>
              <a:spcBef>
                <a:spcPct val="0"/>
              </a:spcBef>
              <a:spcAft>
                <a:spcPct val="0"/>
              </a:spcAft>
              <a:buClrTx/>
              <a:buSzTx/>
              <a:buFontTx/>
              <a:buNone/>
            </a:pPr>
            <a:r>
              <a:rPr altLang="en-US" baseline="0" b="0" cap="none" dirty="0" sz="1800" i="0" kumimoji="0" lang="en-US" normalizeH="0" strike="noStrike" u="none">
                <a:ln>
                  <a:noFill/>
                </a:ln>
                <a:solidFill>
                  <a:schemeClr val="tx1"/>
                </a:solidFill>
                <a:effectLst/>
                <a:latin typeface="Times New Roman" panose="02020603050405020304" pitchFamily="18" charset="0"/>
                <a:cs typeface="Times New Roman" panose="02020603050405020304" pitchFamily="18" charset="0"/>
              </a:rPr>
              <a:t>5. To make blood donation and distribution more efficient and accessible.</a:t>
            </a:r>
            <a:endParaRPr/>
          </a:p>
          <a:p>
            <a:endParaRPr altLang="en-US" 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618" name="Title 1"/>
          <p:cNvSpPr>
            <a:spLocks noGrp="1"/>
          </p:cNvSpPr>
          <p:nvPr>
            <p:ph type="title"/>
          </p:nvPr>
        </p:nvSpPr>
        <p:spPr>
          <a:solidFill>
            <a:schemeClr val="bg2">
              <a:lumMod val="75000"/>
            </a:schemeClr>
          </a:solidFill>
        </p:spPr>
        <p:txBody>
          <a:bodyPr>
            <a:normAutofit/>
          </a:bodyPr>
          <a:p>
            <a:pPr algn="ctr"/>
            <a:r>
              <a:rPr b="1" dirty="0" sz="4000" lang="en-US">
                <a:solidFill>
                  <a:schemeClr val="tx1"/>
                </a:solidFill>
                <a:latin typeface="Times New Roman" pitchFamily="18" charset="0"/>
                <a:cs typeface="Times New Roman" pitchFamily="18" charset="0"/>
              </a:rPr>
              <a:t>E</a:t>
            </a:r>
            <a:r>
              <a:rPr b="1" dirty="0" sz="4000" lang="en-IN" err="1">
                <a:solidFill>
                  <a:schemeClr val="tx1"/>
                </a:solidFill>
                <a:latin typeface="Times New Roman" pitchFamily="18" charset="0"/>
                <a:cs typeface="Times New Roman" pitchFamily="18" charset="0"/>
              </a:rPr>
              <a:t>xisting</a:t>
            </a:r>
            <a:endParaRPr b="1" dirty="0" sz="4000" lang="en-IN">
              <a:solidFill>
                <a:schemeClr val="tx1"/>
              </a:solidFill>
              <a:latin typeface="Times New Roman" pitchFamily="18" charset="0"/>
              <a:cs typeface="Times New Roman" pitchFamily="18" charset="0"/>
            </a:endParaRPr>
          </a:p>
        </p:txBody>
      </p:sp>
      <p:sp>
        <p:nvSpPr>
          <p:cNvPr id="1048619" name="Footer Placeholder 4"/>
          <p:cNvSpPr>
            <a:spLocks noGrp="1"/>
          </p:cNvSpPr>
          <p:nvPr>
            <p:ph type="ftr" sz="quarter" idx="11"/>
          </p:nvPr>
        </p:nvSpPr>
        <p:spPr>
          <a:xfrm>
            <a:off x="2133602" y="4767263"/>
            <a:ext cx="4416552" cy="376237"/>
          </a:xfrm>
        </p:spPr>
        <p:txBody>
          <a:bodyPr/>
          <a:p>
            <a:r>
              <a:rPr dirty="0" sz="1200" lang="en-US">
                <a:latin typeface="Times New Roman" pitchFamily="18" charset="0"/>
                <a:cs typeface="Times New Roman" pitchFamily="18" charset="0"/>
              </a:rPr>
              <a:t>EGB1201– JAVA PROGRAMMING –PROJECT REVIEW 0</a:t>
            </a:r>
          </a:p>
        </p:txBody>
      </p:sp>
      <p:sp>
        <p:nvSpPr>
          <p:cNvPr id="1048620" name="Slide Number Placeholder 5"/>
          <p:cNvSpPr>
            <a:spLocks noGrp="1"/>
          </p:cNvSpPr>
          <p:nvPr>
            <p:ph type="sldNum" sz="quarter" idx="12"/>
          </p:nvPr>
        </p:nvSpPr>
        <p:spPr/>
        <p:txBody>
          <a:bodyPr/>
          <a:p>
            <a:fld id="{0E14ABD8-B1EB-4C07-9937-C8C4E38BDF00}" type="slidenum">
              <a:rPr altLang="en-US" lang="en-US" smtClean="0"/>
              <a:t>5</a:t>
            </a:fld>
            <a:endParaRPr altLang="en-US" lang="en-US"/>
          </a:p>
        </p:txBody>
      </p:sp>
      <p:sp>
        <p:nvSpPr>
          <p:cNvPr id="1048621" name="Content Placeholder 2"/>
          <p:cNvSpPr>
            <a:spLocks noGrp="1"/>
          </p:cNvSpPr>
          <p:nvPr>
            <p:ph sz="quarter" idx="1"/>
          </p:nvPr>
        </p:nvSpPr>
        <p:spPr>
          <a:xfrm>
            <a:off x="381000" y="857238"/>
            <a:ext cx="8334404" cy="4000528"/>
          </a:xfrm>
        </p:spPr>
        <p:txBody>
          <a:bodyPr>
            <a:noAutofit/>
          </a:bodyPr>
          <a:p>
            <a:pPr>
              <a:buFont typeface="Arial" panose="020B0604020202020204" pitchFamily="34" charset="0"/>
              <a:buChar char="•"/>
            </a:pPr>
            <a:endParaRPr dirty="0" sz="1800" lang="en-US">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dirty="0" sz="1800" lang="en-US">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dirty="0" sz="1350" lang="en-US"/>
              <a:t>Most blood donation processes are handled manually using paper records.</a:t>
            </a:r>
            <a:endParaRPr dirty="0" sz="1350" lang="en-US"/>
          </a:p>
          <a:p>
            <a:pPr>
              <a:buFont typeface="Arial" panose="020B0604020202020204" pitchFamily="34" charset="0"/>
              <a:buChar char="•"/>
            </a:pPr>
            <a:r>
              <a:rPr dirty="0" sz="1350" lang="en-US"/>
              <a:t>Donor and recipient details are stored in registers or spreadsheets, making it hard to search quickly.</a:t>
            </a:r>
            <a:endParaRPr dirty="0" sz="1350" lang="en-US"/>
          </a:p>
          <a:p>
            <a:pPr>
              <a:buFont typeface="Arial" panose="020B0604020202020204" pitchFamily="34" charset="0"/>
              <a:buChar char="•"/>
            </a:pPr>
            <a:r>
              <a:rPr dirty="0" sz="1350" lang="en-US"/>
              <a:t>During emergencies, finding a matching blood group becomes time-consuming.</a:t>
            </a:r>
            <a:endParaRPr dirty="0" sz="1350" lang="en-US"/>
          </a:p>
          <a:p>
            <a:pPr>
              <a:buFont typeface="Arial" panose="020B0604020202020204" pitchFamily="34" charset="0"/>
              <a:buChar char="•"/>
            </a:pPr>
            <a:r>
              <a:rPr dirty="0" sz="1350" lang="en-US"/>
              <a:t>Manual records may lead to errors, duplication, or data loss.</a:t>
            </a:r>
            <a:endParaRPr dirty="0" sz="1350" lang="en-US"/>
          </a:p>
          <a:p>
            <a:pPr>
              <a:buFont typeface="Arial" panose="020B0604020202020204" pitchFamily="34" charset="0"/>
              <a:buChar char="•"/>
            </a:pPr>
            <a:r>
              <a:rPr dirty="0" sz="1350" lang="en-US"/>
              <a:t>Communication between donors, recipients, and blood banks is often slow and inefficient.</a:t>
            </a:r>
            <a:endParaRPr dirty="0" sz="1350" lang="en-US"/>
          </a:p>
          <a:p>
            <a:pPr indent="0" marL="0">
              <a:buNone/>
            </a:pPr>
            <a:endParaRPr dirty="0" sz="135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22" name="Title 1"/>
          <p:cNvSpPr>
            <a:spLocks noGrp="1"/>
          </p:cNvSpPr>
          <p:nvPr>
            <p:ph type="title"/>
          </p:nvPr>
        </p:nvSpPr>
        <p:spPr>
          <a:xfrm>
            <a:off x="381000" y="0"/>
            <a:ext cx="8229600" cy="742950"/>
          </a:xfrm>
          <a:solidFill>
            <a:schemeClr val="bg2">
              <a:lumMod val="75000"/>
            </a:schemeClr>
          </a:solidFill>
        </p:spPr>
        <p:txBody>
          <a:bodyPr>
            <a:normAutofit/>
          </a:bodyPr>
          <a:p>
            <a:pPr algn="ctr"/>
            <a:r>
              <a:rPr b="1" dirty="0" lang="en-IN">
                <a:solidFill>
                  <a:schemeClr val="tx1"/>
                </a:solidFill>
                <a:latin typeface="Times New Roman" pitchFamily="18" charset="0"/>
                <a:cs typeface="Times New Roman" pitchFamily="18" charset="0"/>
              </a:rPr>
              <a:t>Proposed Architecture</a:t>
            </a:r>
            <a:endParaRPr b="1" dirty="0" sz="4000" lang="en-IN">
              <a:solidFill>
                <a:schemeClr val="tx1"/>
              </a:solidFill>
              <a:latin typeface="Times New Roman" pitchFamily="18" charset="0"/>
              <a:cs typeface="Times New Roman" pitchFamily="18" charset="0"/>
            </a:endParaRPr>
          </a:p>
        </p:txBody>
      </p:sp>
      <p:sp>
        <p:nvSpPr>
          <p:cNvPr id="1048623" name="Footer Placeholder 4"/>
          <p:cNvSpPr>
            <a:spLocks noGrp="1"/>
          </p:cNvSpPr>
          <p:nvPr>
            <p:ph type="ftr" sz="quarter" idx="11"/>
          </p:nvPr>
        </p:nvSpPr>
        <p:spPr>
          <a:xfrm>
            <a:off x="2438400" y="4781550"/>
            <a:ext cx="4264152" cy="228600"/>
          </a:xfrm>
        </p:spPr>
        <p:txBody>
          <a:bodyPr/>
          <a:p>
            <a:r>
              <a:rPr dirty="0" sz="1200" lang="en-US">
                <a:latin typeface="Times New Roman" pitchFamily="18" charset="0"/>
                <a:cs typeface="Times New Roman" pitchFamily="18" charset="0"/>
              </a:rPr>
              <a:t>EGB1201– JAVA PROGRAMMING –PROJECT REVIEW 0</a:t>
            </a:r>
          </a:p>
        </p:txBody>
      </p:sp>
      <p:sp>
        <p:nvSpPr>
          <p:cNvPr id="1048624" name="Slide Number Placeholder 5"/>
          <p:cNvSpPr>
            <a:spLocks noGrp="1"/>
          </p:cNvSpPr>
          <p:nvPr>
            <p:ph type="sldNum" sz="quarter" idx="12"/>
          </p:nvPr>
        </p:nvSpPr>
        <p:spPr/>
        <p:txBody>
          <a:bodyPr/>
          <a:p>
            <a:fld id="{0E14ABD8-B1EB-4C07-9937-C8C4E38BDF00}" type="slidenum">
              <a:rPr altLang="en-US" lang="en-US" smtClean="0"/>
              <a:t>6</a:t>
            </a:fld>
            <a:endParaRPr altLang="en-US" lang="en-US"/>
          </a:p>
        </p:txBody>
      </p:sp>
      <p:sp>
        <p:nvSpPr>
          <p:cNvPr id="1048625" name="Rectangle 1"/>
          <p:cNvSpPr>
            <a:spLocks noGrp="1" noChangeArrowheads="1"/>
          </p:cNvSpPr>
          <p:nvPr>
            <p:ph sz="quarter" idx="1"/>
          </p:nvPr>
        </p:nvSpPr>
        <p:spPr bwMode="auto">
          <a:xfrm>
            <a:off x="381000" y="1535429"/>
            <a:ext cx="10088428" cy="2072640"/>
          </a:xfrm>
          <a:prstGeom prst="rect"/>
          <a:noFill/>
          <a:ln>
            <a:noFill/>
          </a:ln>
          <a:effectLst/>
        </p:spPr>
        <p:txBody>
          <a:bodyPr anchor="ctr" anchorCtr="0" bIns="45720" compatLnSpc="1" lIns="91440" numCol="1" rIns="91440" tIns="45720" vert="horz" wrap="square">
            <a:prstTxWarp prst="textNoShape"/>
            <a:spAutoFit/>
          </a:bodyPr>
          <a:p>
            <a:pPr algn="l" defTabSz="914400" eaLnBrk="0" fontAlgn="base" hangingPunct="0" indent="0" latinLnBrk="0" lvl="0" marL="0" marR="0" rtl="0">
              <a:lnSpc>
                <a:spcPct val="100000"/>
              </a:lnSpc>
              <a:spcBef>
                <a:spcPct val="0"/>
              </a:spcBef>
              <a:spcAft>
                <a:spcPct val="0"/>
              </a:spcAft>
              <a:buClrTx/>
              <a:buSzTx/>
              <a:buFontTx/>
              <a:buNone/>
            </a:pPr>
            <a:r>
              <a:rPr altLang="en-US" baseline="0" b="0" cap="none" dirty="0" sz="1800" i="0" kumimoji="0" lang="en-US" normalizeH="0" strike="noStrike" u="none">
                <a:ln>
                  <a:noFill/>
                </a:ln>
                <a:solidFill>
                  <a:schemeClr val="tx1"/>
                </a:solidFill>
                <a:effectLst/>
                <a:latin typeface="Times New Roman" panose="02020603050405020304" pitchFamily="18" charset="0"/>
                <a:cs typeface="Times New Roman" panose="02020603050405020304" pitchFamily="18" charset="0"/>
              </a:rPr>
              <a:t>Presentation Layer (UI): Web/desktop interface for donors, recipients, and admin.</a:t>
            </a:r>
            <a:endParaRPr/>
          </a:p>
          <a:p>
            <a:pPr algn="l" defTabSz="914400" eaLnBrk="0" fontAlgn="base" hangingPunct="0" indent="0" latinLnBrk="0" lvl="0" marL="0" marR="0" rtl="0">
              <a:lnSpc>
                <a:spcPct val="100000"/>
              </a:lnSpc>
              <a:spcBef>
                <a:spcPct val="0"/>
              </a:spcBef>
              <a:spcAft>
                <a:spcPct val="0"/>
              </a:spcAft>
              <a:buClrTx/>
              <a:buSzTx/>
              <a:buFontTx/>
              <a:buNone/>
            </a:pPr>
            <a:r>
              <a:rPr altLang="en-US" baseline="0" b="0" cap="none" dirty="0" sz="1800" i="0" kumimoji="0" lang="en-US" normalizeH="0" strike="noStrike" u="none">
                <a:ln>
                  <a:noFill/>
                </a:ln>
                <a:solidFill>
                  <a:schemeClr val="tx1"/>
                </a:solidFill>
                <a:effectLst/>
                <a:latin typeface="Times New Roman" panose="02020603050405020304" pitchFamily="18" charset="0"/>
                <a:cs typeface="Times New Roman" panose="02020603050405020304" pitchFamily="18" charset="0"/>
              </a:rPr>
              <a:t>Controller Layer: Handles user requests (e.g., donor registration, blood request).</a:t>
            </a:r>
            <a:endParaRPr/>
          </a:p>
          <a:p>
            <a:pPr algn="l" defTabSz="914400" eaLnBrk="0" fontAlgn="base" hangingPunct="0" indent="0" latinLnBrk="0" lvl="0" marL="0" marR="0" rtl="0">
              <a:lnSpc>
                <a:spcPct val="100000"/>
              </a:lnSpc>
              <a:spcBef>
                <a:spcPct val="0"/>
              </a:spcBef>
              <a:spcAft>
                <a:spcPct val="0"/>
              </a:spcAft>
              <a:buClrTx/>
              <a:buSzTx/>
              <a:buFontTx/>
              <a:buNone/>
            </a:pPr>
            <a:r>
              <a:rPr altLang="en-US" baseline="0" b="0" cap="none" dirty="0" sz="1800" i="0" kumimoji="0" lang="en-US" normalizeH="0" strike="noStrike" u="none">
                <a:ln>
                  <a:noFill/>
                </a:ln>
                <a:solidFill>
                  <a:schemeClr val="tx1"/>
                </a:solidFill>
                <a:effectLst/>
                <a:latin typeface="Times New Roman" panose="02020603050405020304" pitchFamily="18" charset="0"/>
                <a:cs typeface="Times New Roman" panose="02020603050405020304" pitchFamily="18" charset="0"/>
              </a:rPr>
              <a:t>Service Layer: Business logic like donor eligibility, matching blood groups, updating </a:t>
            </a:r>
            <a:endParaRPr/>
          </a:p>
          <a:p>
            <a:pPr algn="l" defTabSz="914400" eaLnBrk="0" fontAlgn="base" hangingPunct="0" indent="0" latinLnBrk="0" lvl="0" marL="0" marR="0" rtl="0">
              <a:lnSpc>
                <a:spcPct val="100000"/>
              </a:lnSpc>
              <a:spcBef>
                <a:spcPct val="0"/>
              </a:spcBef>
              <a:spcAft>
                <a:spcPct val="0"/>
              </a:spcAft>
              <a:buClrTx/>
              <a:buSzTx/>
              <a:buFontTx/>
              <a:buNone/>
            </a:pPr>
            <a:r>
              <a:rPr altLang="en-US" baseline="0" b="0" cap="none" dirty="0" sz="1800" i="0" kumimoji="0" lang="en-US" normalizeH="0" strike="noStrike" u="none">
                <a:ln>
                  <a:noFill/>
                </a:ln>
                <a:solidFill>
                  <a:schemeClr val="tx1"/>
                </a:solidFill>
                <a:effectLst/>
                <a:latin typeface="Times New Roman" panose="02020603050405020304" pitchFamily="18" charset="0"/>
                <a:cs typeface="Times New Roman" panose="02020603050405020304" pitchFamily="18" charset="0"/>
              </a:rPr>
              <a:t>stock.</a:t>
            </a:r>
            <a:endParaRPr/>
          </a:p>
          <a:p>
            <a:pPr algn="l" defTabSz="914400" eaLnBrk="0" fontAlgn="base" hangingPunct="0" indent="0" latinLnBrk="0" lvl="0" marL="0" marR="0" rtl="0">
              <a:lnSpc>
                <a:spcPct val="100000"/>
              </a:lnSpc>
              <a:spcBef>
                <a:spcPct val="0"/>
              </a:spcBef>
              <a:spcAft>
                <a:spcPct val="0"/>
              </a:spcAft>
              <a:buClrTx/>
              <a:buSzTx/>
              <a:buFontTx/>
              <a:buNone/>
            </a:pPr>
            <a:r>
              <a:rPr altLang="en-US" baseline="0" b="0" cap="none" dirty="0" sz="1800" i="0" kumimoji="0" lang="en-US" normalizeH="0" strike="noStrike" u="none">
                <a:ln>
                  <a:noFill/>
                </a:ln>
                <a:solidFill>
                  <a:schemeClr val="tx1"/>
                </a:solidFill>
                <a:effectLst/>
                <a:latin typeface="Times New Roman" panose="02020603050405020304" pitchFamily="18" charset="0"/>
                <a:cs typeface="Times New Roman" panose="02020603050405020304" pitchFamily="18" charset="0"/>
              </a:rPr>
              <a:t>Repository/DAO Layer: Database operations using JDBC/JPA/Hibernate.</a:t>
            </a:r>
            <a:endParaRPr/>
          </a:p>
          <a:p>
            <a:pPr algn="l" defTabSz="914400" eaLnBrk="0" fontAlgn="base" hangingPunct="0" indent="0" latinLnBrk="0" lvl="0" marL="0" marR="0" rtl="0">
              <a:lnSpc>
                <a:spcPct val="100000"/>
              </a:lnSpc>
              <a:spcBef>
                <a:spcPct val="0"/>
              </a:spcBef>
              <a:spcAft>
                <a:spcPct val="0"/>
              </a:spcAft>
              <a:buClrTx/>
              <a:buSzTx/>
              <a:buFontTx/>
              <a:buNone/>
            </a:pPr>
            <a:r>
              <a:rPr altLang="en-US" baseline="0" b="0" cap="none" dirty="0" sz="1800" i="0" kumimoji="0" lang="en-US" normalizeH="0" strike="noStrike" u="none">
                <a:ln>
                  <a:noFill/>
                </a:ln>
                <a:solidFill>
                  <a:schemeClr val="tx1"/>
                </a:solidFill>
                <a:effectLst/>
                <a:latin typeface="Times New Roman" panose="02020603050405020304" pitchFamily="18" charset="0"/>
                <a:cs typeface="Times New Roman" panose="02020603050405020304" pitchFamily="18" charset="0"/>
              </a:rPr>
              <a:t>Database: Tables for Donor, Recipient, BloodBank, BloodStock, Donation, User.</a:t>
            </a:r>
            <a:endParaRPr/>
          </a:p>
          <a:p>
            <a:pPr algn="l" defTabSz="914400" eaLnBrk="0" fontAlgn="base" hangingPunct="0" indent="0" latinLnBrk="0" lvl="0" marL="0" marR="0" rtl="0">
              <a:lnSpc>
                <a:spcPct val="100000"/>
              </a:lnSpc>
              <a:spcBef>
                <a:spcPct val="0"/>
              </a:spcBef>
              <a:spcAft>
                <a:spcPct val="0"/>
              </a:spcAft>
              <a:buClrTx/>
              <a:buSzTx/>
              <a:buFontTx/>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34" name="Title 1"/>
          <p:cNvSpPr>
            <a:spLocks noGrp="1"/>
          </p:cNvSpPr>
          <p:nvPr>
            <p:ph type="title"/>
          </p:nvPr>
        </p:nvSpPr>
        <p:spPr>
          <a:solidFill>
            <a:schemeClr val="bg2">
              <a:lumMod val="75000"/>
            </a:schemeClr>
          </a:solidFill>
        </p:spPr>
        <p:txBody>
          <a:bodyPr>
            <a:normAutofit/>
          </a:bodyPr>
          <a:p>
            <a:pPr algn="ctr"/>
            <a:r>
              <a:rPr b="1" dirty="0" sz="4000" lang="en-US">
                <a:solidFill>
                  <a:schemeClr val="tx1"/>
                </a:solidFill>
                <a:latin typeface="Times New Roman" pitchFamily="18" charset="0"/>
                <a:cs typeface="Times New Roman" pitchFamily="18" charset="0"/>
              </a:rPr>
              <a:t>Block Diagram</a:t>
            </a:r>
            <a:endParaRPr b="1" dirty="0" sz="4000" lang="en-IN">
              <a:solidFill>
                <a:schemeClr val="tx1"/>
              </a:solidFill>
              <a:latin typeface="Times New Roman" pitchFamily="18" charset="0"/>
              <a:cs typeface="Times New Roman" pitchFamily="18" charset="0"/>
            </a:endParaRPr>
          </a:p>
        </p:txBody>
      </p:sp>
      <p:sp>
        <p:nvSpPr>
          <p:cNvPr id="1048635" name="Footer Placeholder 4"/>
          <p:cNvSpPr>
            <a:spLocks noGrp="1"/>
          </p:cNvSpPr>
          <p:nvPr>
            <p:ph type="ftr" sz="quarter" idx="11"/>
          </p:nvPr>
        </p:nvSpPr>
        <p:spPr>
          <a:xfrm>
            <a:off x="2286000" y="4767263"/>
            <a:ext cx="4343400" cy="274320"/>
          </a:xfrm>
        </p:spPr>
        <p:txBody>
          <a:bodyPr/>
          <a:p>
            <a:r>
              <a:rPr dirty="0" sz="1200" lang="en-US">
                <a:latin typeface="Times New Roman" pitchFamily="18" charset="0"/>
                <a:cs typeface="Times New Roman" pitchFamily="18" charset="0"/>
              </a:rPr>
              <a:t>EGB1201– JAVA PROGRAMMING –PROJECT REVIEW 0</a:t>
            </a:r>
          </a:p>
        </p:txBody>
      </p:sp>
      <p:sp>
        <p:nvSpPr>
          <p:cNvPr id="1048636" name="Slide Number Placeholder 5"/>
          <p:cNvSpPr>
            <a:spLocks noGrp="1"/>
          </p:cNvSpPr>
          <p:nvPr>
            <p:ph type="sldNum" sz="quarter" idx="12"/>
          </p:nvPr>
        </p:nvSpPr>
        <p:spPr>
          <a:xfrm>
            <a:off x="612648" y="4767263"/>
            <a:ext cx="6397752" cy="274320"/>
          </a:xfrm>
        </p:spPr>
        <p:txBody>
          <a:bodyPr/>
          <a:p>
            <a:fld id="{0E14ABD8-B1EB-4C07-9937-C8C4E38BDF00}" type="slidenum">
              <a:rPr altLang="en-US" lang="en-US" smtClean="0"/>
              <a:t>7</a:t>
            </a:fld>
            <a:endParaRPr altLang="en-US" dirty="0" lang="en-US"/>
          </a:p>
        </p:txBody>
      </p:sp>
      <p:sp>
        <p:nvSpPr>
          <p:cNvPr id="1048637" name="Content Placeholder 7"/>
          <p:cNvSpPr>
            <a:spLocks noGrp="1"/>
          </p:cNvSpPr>
          <p:nvPr>
            <p:ph sz="quarter" idx="4"/>
          </p:nvPr>
        </p:nvSpPr>
        <p:spPr>
          <a:xfrm flipV="1">
            <a:off x="8641080" y="4629148"/>
            <a:ext cx="45719" cy="85741"/>
          </a:xfrm>
        </p:spPr>
        <p:txBody>
          <a:bodyPr>
            <a:normAutofit fontScale="25000" lnSpcReduction="20000"/>
          </a:bodyPr>
          <a:p>
            <a:pPr>
              <a:buNone/>
            </a:pPr>
            <a:endParaRPr dirty="0" lang="en-IN"/>
          </a:p>
        </p:txBody>
      </p:sp>
      <p:pic>
        <p:nvPicPr>
          <p:cNvPr id="2097154" name=""/>
          <p:cNvPicPr>
            <a:picLocks/>
          </p:cNvPicPr>
          <p:nvPr/>
        </p:nvPicPr>
        <p:blipFill>
          <a:blip xmlns:r="http://schemas.openxmlformats.org/officeDocument/2006/relationships" r:embed="rId1"/>
          <a:stretch>
            <a:fillRect/>
          </a:stretch>
        </p:blipFill>
        <p:spPr>
          <a:xfrm rot="21600000">
            <a:off x="2856235" y="995061"/>
            <a:ext cx="3431524" cy="3621353"/>
          </a:xfrm>
          <a:prstGeom prst="rec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46" name="Title 4"/>
          <p:cNvSpPr>
            <a:spLocks noGrp="1"/>
          </p:cNvSpPr>
          <p:nvPr>
            <p:ph type="title"/>
          </p:nvPr>
        </p:nvSpPr>
        <p:spPr>
          <a:solidFill>
            <a:schemeClr val="bg2">
              <a:lumMod val="75000"/>
            </a:schemeClr>
          </a:solidFill>
        </p:spPr>
        <p:txBody>
          <a:bodyPr>
            <a:normAutofit fontScale="93182"/>
          </a:bodyPr>
          <a:p>
            <a:pPr algn="ctr"/>
            <a:r>
              <a:rPr b="1" dirty="0" sz="4400" lang="en-IN">
                <a:solidFill>
                  <a:schemeClr val="tx1"/>
                </a:solidFill>
                <a:latin typeface="Times New Roman" pitchFamily="18" charset="0"/>
                <a:cs typeface="Times New Roman" pitchFamily="18" charset="0"/>
              </a:rPr>
              <a:t>Thank  You</a:t>
            </a:r>
            <a:endParaRPr b="1" dirty="0" sz="4000" lang="en-IN">
              <a:solidFill>
                <a:schemeClr val="tx1"/>
              </a:solidFill>
              <a:latin typeface="Times New Roman" pitchFamily="18" charset="0"/>
              <a:cs typeface="Times New Roman" pitchFamily="18" charset="0"/>
            </a:endParaRPr>
          </a:p>
        </p:txBody>
      </p:sp>
      <p:sp>
        <p:nvSpPr>
          <p:cNvPr id="1048647" name="Footer Placeholder 2"/>
          <p:cNvSpPr>
            <a:spLocks noGrp="1"/>
          </p:cNvSpPr>
          <p:nvPr>
            <p:ph type="ftr" sz="quarter" idx="11"/>
          </p:nvPr>
        </p:nvSpPr>
        <p:spPr>
          <a:xfrm>
            <a:off x="2743200" y="4767263"/>
            <a:ext cx="4340352" cy="376237"/>
          </a:xfrm>
        </p:spPr>
        <p:txBody>
          <a:bodyPr/>
          <a:p>
            <a:r>
              <a:rPr dirty="0" sz="1200" lang="en-US">
                <a:latin typeface="Times New Roman" pitchFamily="18" charset="0"/>
                <a:cs typeface="Times New Roman" pitchFamily="18" charset="0"/>
              </a:rPr>
              <a:t>EGB1201– JAVA PROGRAMMING –PROJECT REVIEW 0</a:t>
            </a:r>
          </a:p>
        </p:txBody>
      </p:sp>
      <p:sp>
        <p:nvSpPr>
          <p:cNvPr id="1048648" name="Slide Number Placeholder 3"/>
          <p:cNvSpPr>
            <a:spLocks noGrp="1"/>
          </p:cNvSpPr>
          <p:nvPr>
            <p:ph type="sldNum" sz="quarter" idx="12"/>
          </p:nvPr>
        </p:nvSpPr>
        <p:spPr/>
        <p:txBody>
          <a:bodyPr/>
          <a:p>
            <a:fld id="{4CE540F1-D866-4735-9E65-A1952EADD02D}" type="slidenum">
              <a:rPr altLang="en-US" lang="en-US" smtClean="0"/>
              <a:t>8</a:t>
            </a:fld>
            <a:endParaRPr altLang="en-US" dirty="0"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Origin">
  <a:themeElements>
    <a:clrScheme name="Origin">
      <a:dk1>
        <a:sysClr lastClr="000000" val="windowText"/>
      </a:dk1>
      <a:lt1>
        <a:sysClr lastClr="FFFFFF" val="window"/>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r="5400000" dist="25400" rotWithShape="0">
              <a:srgbClr val="000000">
                <a:alpha val="40000"/>
              </a:srgbClr>
            </a:outerShdw>
          </a:effectLst>
        </a:effectStyle>
        <a:effectStyle>
          <a:effectLst>
            <a:outerShdw blurRad="50800" dir="5400000" dist="43000" rotWithShape="0">
              <a:srgbClr val="000000">
                <a:alpha val="40000"/>
              </a:srgbClr>
            </a:outerShdw>
          </a:effectLst>
          <a:scene3d>
            <a:camera prst="orthographicFront" fov="0">
              <a:rot lat="0" lon="0" rev="0"/>
            </a:camera>
            <a:lightRig dir="t" rig="balanced">
              <a:rot lat="0" lon="0" rev="0"/>
            </a:lightRig>
          </a:scene3d>
          <a:sp3d prstMaterial="matte">
            <a:bevelT w="0" h="0"/>
            <a:contourClr>
              <a:schemeClr val="phClr">
                <a:tint val="100000"/>
                <a:shade val="100000"/>
                <a:hueMod val="100000"/>
                <a:satMod val="100000"/>
              </a:schemeClr>
            </a:contourClr>
          </a:sp3d>
        </a:effectStyle>
        <a:effectStyle>
          <a:effectLst>
            <a:outerShdw blurRad="50800" dir="5400000" dist="25400" rotWithShape="0">
              <a:srgbClr val="000000">
                <a:alpha val="50000"/>
              </a:srgbClr>
            </a:outerShdw>
          </a:effectLst>
          <a:scene3d>
            <a:camera prst="orthographicFront" fov="0">
              <a:rot lat="0" lon="0" rev="0"/>
            </a:camera>
            <a:lightRig dir="t" rig="sof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algn="tl" flip="x" sx="35000" sy="40000" tx="0" ty="0"/>
        </a:blip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algn="tl" blurRad="50800" rotWithShape="0">
              <a:srgbClr val="000000">
                <a:alpha val="64000"/>
              </a:srgbClr>
            </a:outerShdw>
          </a:effectLst>
        </a:effectStyle>
        <a:effectStyle>
          <a:effectLst>
            <a:outerShdw blurRad="39000" dir="5400000" dist="25400">
              <a:srgbClr val="000000">
                <a:alpha val="35000"/>
              </a:srgbClr>
            </a:outerShdw>
          </a:effectLst>
        </a:effectStyle>
        <a:effectStyle>
          <a:effectLst>
            <a:outerShdw blurRad="39000" dir="5400000" dist="25400">
              <a:srgbClr val="000000">
                <a:alpha val="35000"/>
              </a:srgbClr>
            </a:outerShdw>
          </a:effectLst>
          <a:scene3d>
            <a:camera prst="orthographicFront" fov="0">
              <a:rot lat="0" lon="0" rev="0"/>
            </a:camera>
            <a:lightRig dir="t" rig="threeP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theme>
</file>

<file path=ppt/theme/theme3.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CGB1201 – JAVA PROGRAMMING PROJECT REVIEW-1</dc:title>
  <dc:creator>ADMIN</dc:creator>
  <cp:lastModifiedBy>divyamoorthi2217@outlook.com</cp:lastModifiedBy>
  <dcterms:created xsi:type="dcterms:W3CDTF">2025-08-29T01:46:47Z</dcterms:created>
  <dcterms:modified xsi:type="dcterms:W3CDTF">2025-08-29T01:46:47Z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2a80bd85ec514312b7e87a4c65e1e363</vt:lpwstr>
  </property>
</Properties>
</file>